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996613" cy="7339013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49720" y="278280"/>
            <a:ext cx="9896760" cy="116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49720" y="1632960"/>
            <a:ext cx="9896760" cy="404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49720" y="278280"/>
            <a:ext cx="9896760" cy="116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49720" y="1632960"/>
            <a:ext cx="9896760" cy="404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0997280" cy="7324920"/>
          </a:xfrm>
          <a:custGeom>
            <a:avLst/>
            <a:gdLst/>
            <a:ahLst/>
            <a:rect l="0" t="0" r="r" b="b"/>
            <a:pathLst>
              <a:path w="30548" h="20347">
                <a:moveTo>
                  <a:pt x="0" y="0"/>
                </a:moveTo>
                <a:lnTo>
                  <a:pt x="30548" y="0"/>
                </a:lnTo>
                <a:lnTo>
                  <a:pt x="30548" y="20347"/>
                </a:lnTo>
                <a:lnTo>
                  <a:pt x="0" y="203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298880" y="2405160"/>
            <a:ext cx="9104760" cy="1064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0" b="1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quarto-revealjs.pptx</a:t>
            </a:r>
            <a:endParaRPr lang="en-US" sz="7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4417560" y="3693960"/>
            <a:ext cx="222372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0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Emil Hvitfeldt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4625640" y="4312800"/>
            <a:ext cx="194976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0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2026-03-03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0784160" y="7059960"/>
            <a:ext cx="132840" cy="13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6E6E6E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0" y="0"/>
            <a:ext cx="10997280" cy="7324920"/>
          </a:xfrm>
          <a:custGeom>
            <a:avLst/>
            <a:gdLst/>
            <a:ahLst/>
            <a:rect l="0" t="0" r="r" b="b"/>
            <a:pathLst>
              <a:path w="30548" h="20347">
                <a:moveTo>
                  <a:pt x="0" y="0"/>
                </a:moveTo>
                <a:lnTo>
                  <a:pt x="30548" y="0"/>
                </a:lnTo>
                <a:lnTo>
                  <a:pt x="30548" y="20347"/>
                </a:lnTo>
                <a:lnTo>
                  <a:pt x="0" y="203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00040" y="324720"/>
            <a:ext cx="3556080" cy="681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Introduction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580680" y="212400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345" y="173"/>
                </a:moveTo>
                <a:cubicBezTo>
                  <a:pt x="345" y="184"/>
                  <a:pt x="344" y="195"/>
                  <a:pt x="342" y="206"/>
                </a:cubicBezTo>
                <a:cubicBezTo>
                  <a:pt x="340" y="217"/>
                  <a:pt x="337" y="228"/>
                  <a:pt x="332" y="238"/>
                </a:cubicBezTo>
                <a:cubicBezTo>
                  <a:pt x="328" y="249"/>
                  <a:pt x="323" y="259"/>
                  <a:pt x="316" y="268"/>
                </a:cubicBezTo>
                <a:cubicBezTo>
                  <a:pt x="310" y="278"/>
                  <a:pt x="303" y="286"/>
                  <a:pt x="295" y="294"/>
                </a:cubicBezTo>
                <a:cubicBezTo>
                  <a:pt x="287" y="302"/>
                  <a:pt x="278" y="309"/>
                  <a:pt x="268" y="316"/>
                </a:cubicBezTo>
                <a:cubicBezTo>
                  <a:pt x="259" y="322"/>
                  <a:pt x="249" y="327"/>
                  <a:pt x="238" y="332"/>
                </a:cubicBezTo>
                <a:cubicBezTo>
                  <a:pt x="228" y="336"/>
                  <a:pt x="217" y="339"/>
                  <a:pt x="206" y="341"/>
                </a:cubicBezTo>
                <a:cubicBezTo>
                  <a:pt x="195" y="344"/>
                  <a:pt x="184" y="345"/>
                  <a:pt x="172" y="345"/>
                </a:cubicBezTo>
                <a:cubicBezTo>
                  <a:pt x="161" y="345"/>
                  <a:pt x="150" y="344"/>
                  <a:pt x="139" y="341"/>
                </a:cubicBezTo>
                <a:cubicBezTo>
                  <a:pt x="128" y="339"/>
                  <a:pt x="117" y="336"/>
                  <a:pt x="107" y="332"/>
                </a:cubicBezTo>
                <a:cubicBezTo>
                  <a:pt x="96" y="327"/>
                  <a:pt x="86" y="322"/>
                  <a:pt x="77" y="316"/>
                </a:cubicBezTo>
                <a:cubicBezTo>
                  <a:pt x="68" y="309"/>
                  <a:pt x="59" y="302"/>
                  <a:pt x="51" y="294"/>
                </a:cubicBezTo>
                <a:cubicBezTo>
                  <a:pt x="43" y="286"/>
                  <a:pt x="36" y="278"/>
                  <a:pt x="29" y="268"/>
                </a:cubicBezTo>
                <a:cubicBezTo>
                  <a:pt x="23" y="259"/>
                  <a:pt x="18" y="249"/>
                  <a:pt x="14" y="238"/>
                </a:cubicBezTo>
                <a:cubicBezTo>
                  <a:pt x="9" y="228"/>
                  <a:pt x="6" y="217"/>
                  <a:pt x="4" y="206"/>
                </a:cubicBezTo>
                <a:cubicBezTo>
                  <a:pt x="2" y="195"/>
                  <a:pt x="0" y="184"/>
                  <a:pt x="0" y="173"/>
                </a:cubicBezTo>
                <a:cubicBezTo>
                  <a:pt x="0" y="161"/>
                  <a:pt x="2" y="150"/>
                  <a:pt x="4" y="139"/>
                </a:cubicBezTo>
                <a:cubicBezTo>
                  <a:pt x="6" y="128"/>
                  <a:pt x="9" y="117"/>
                  <a:pt x="14" y="107"/>
                </a:cubicBezTo>
                <a:cubicBezTo>
                  <a:pt x="18" y="95"/>
                  <a:pt x="23" y="86"/>
                  <a:pt x="29" y="76"/>
                </a:cubicBezTo>
                <a:cubicBezTo>
                  <a:pt x="36" y="67"/>
                  <a:pt x="43" y="58"/>
                  <a:pt x="51" y="50"/>
                </a:cubicBezTo>
                <a:cubicBezTo>
                  <a:pt x="59" y="42"/>
                  <a:pt x="68" y="35"/>
                  <a:pt x="77" y="29"/>
                </a:cubicBezTo>
                <a:cubicBezTo>
                  <a:pt x="86" y="22"/>
                  <a:pt x="96" y="17"/>
                  <a:pt x="107" y="13"/>
                </a:cubicBezTo>
                <a:cubicBezTo>
                  <a:pt x="117" y="8"/>
                  <a:pt x="128" y="5"/>
                  <a:pt x="139" y="3"/>
                </a:cubicBezTo>
                <a:cubicBezTo>
                  <a:pt x="150" y="1"/>
                  <a:pt x="161" y="0"/>
                  <a:pt x="172" y="0"/>
                </a:cubicBezTo>
                <a:cubicBezTo>
                  <a:pt x="184" y="0"/>
                  <a:pt x="195" y="1"/>
                  <a:pt x="206" y="3"/>
                </a:cubicBezTo>
                <a:cubicBezTo>
                  <a:pt x="217" y="5"/>
                  <a:pt x="228" y="8"/>
                  <a:pt x="238" y="13"/>
                </a:cubicBezTo>
                <a:cubicBezTo>
                  <a:pt x="249" y="17"/>
                  <a:pt x="259" y="22"/>
                  <a:pt x="268" y="29"/>
                </a:cubicBezTo>
                <a:cubicBezTo>
                  <a:pt x="278" y="35"/>
                  <a:pt x="287" y="42"/>
                  <a:pt x="295" y="50"/>
                </a:cubicBezTo>
                <a:cubicBezTo>
                  <a:pt x="303" y="58"/>
                  <a:pt x="310" y="67"/>
                  <a:pt x="316" y="76"/>
                </a:cubicBezTo>
                <a:cubicBezTo>
                  <a:pt x="323" y="86"/>
                  <a:pt x="328" y="95"/>
                  <a:pt x="332" y="107"/>
                </a:cubicBezTo>
                <a:cubicBezTo>
                  <a:pt x="337" y="117"/>
                  <a:pt x="340" y="128"/>
                  <a:pt x="342" y="139"/>
                </a:cubicBezTo>
                <a:cubicBezTo>
                  <a:pt x="344" y="150"/>
                  <a:pt x="345" y="161"/>
                  <a:pt x="345" y="173"/>
                </a:cubicBez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00040" y="1198080"/>
            <a:ext cx="501948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0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Welcome to this presentation!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580680" y="277164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345" y="173"/>
                </a:moveTo>
                <a:cubicBezTo>
                  <a:pt x="345" y="184"/>
                  <a:pt x="344" y="195"/>
                  <a:pt x="342" y="206"/>
                </a:cubicBezTo>
                <a:cubicBezTo>
                  <a:pt x="340" y="217"/>
                  <a:pt x="337" y="228"/>
                  <a:pt x="332" y="239"/>
                </a:cubicBezTo>
                <a:cubicBezTo>
                  <a:pt x="328" y="249"/>
                  <a:pt x="323" y="259"/>
                  <a:pt x="316" y="268"/>
                </a:cubicBezTo>
                <a:cubicBezTo>
                  <a:pt x="310" y="278"/>
                  <a:pt x="303" y="286"/>
                  <a:pt x="295" y="294"/>
                </a:cubicBezTo>
                <a:cubicBezTo>
                  <a:pt x="287" y="302"/>
                  <a:pt x="278" y="310"/>
                  <a:pt x="268" y="316"/>
                </a:cubicBezTo>
                <a:cubicBezTo>
                  <a:pt x="259" y="322"/>
                  <a:pt x="249" y="327"/>
                  <a:pt x="238" y="332"/>
                </a:cubicBezTo>
                <a:cubicBezTo>
                  <a:pt x="228" y="336"/>
                  <a:pt x="217" y="339"/>
                  <a:pt x="206" y="342"/>
                </a:cubicBezTo>
                <a:cubicBezTo>
                  <a:pt x="195" y="344"/>
                  <a:pt x="184" y="345"/>
                  <a:pt x="172" y="345"/>
                </a:cubicBezTo>
                <a:cubicBezTo>
                  <a:pt x="161" y="345"/>
                  <a:pt x="150" y="344"/>
                  <a:pt x="139" y="342"/>
                </a:cubicBezTo>
                <a:cubicBezTo>
                  <a:pt x="128" y="339"/>
                  <a:pt x="117" y="336"/>
                  <a:pt x="107" y="332"/>
                </a:cubicBezTo>
                <a:cubicBezTo>
                  <a:pt x="96" y="327"/>
                  <a:pt x="86" y="322"/>
                  <a:pt x="77" y="316"/>
                </a:cubicBezTo>
                <a:cubicBezTo>
                  <a:pt x="68" y="310"/>
                  <a:pt x="59" y="302"/>
                  <a:pt x="51" y="294"/>
                </a:cubicBezTo>
                <a:cubicBezTo>
                  <a:pt x="43" y="286"/>
                  <a:pt x="36" y="278"/>
                  <a:pt x="29" y="268"/>
                </a:cubicBezTo>
                <a:cubicBezTo>
                  <a:pt x="23" y="259"/>
                  <a:pt x="18" y="249"/>
                  <a:pt x="14" y="239"/>
                </a:cubicBezTo>
                <a:cubicBezTo>
                  <a:pt x="9" y="228"/>
                  <a:pt x="6" y="217"/>
                  <a:pt x="4" y="206"/>
                </a:cubicBezTo>
                <a:cubicBezTo>
                  <a:pt x="2" y="195"/>
                  <a:pt x="0" y="184"/>
                  <a:pt x="0" y="173"/>
                </a:cubicBezTo>
                <a:cubicBezTo>
                  <a:pt x="0" y="162"/>
                  <a:pt x="2" y="150"/>
                  <a:pt x="4" y="139"/>
                </a:cubicBezTo>
                <a:cubicBezTo>
                  <a:pt x="6" y="128"/>
                  <a:pt x="9" y="117"/>
                  <a:pt x="14" y="107"/>
                </a:cubicBezTo>
                <a:cubicBezTo>
                  <a:pt x="18" y="97"/>
                  <a:pt x="23" y="87"/>
                  <a:pt x="29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6"/>
                  <a:pt x="77" y="30"/>
                </a:cubicBezTo>
                <a:cubicBezTo>
                  <a:pt x="86" y="24"/>
                  <a:pt x="96" y="17"/>
                  <a:pt x="107" y="13"/>
                </a:cubicBezTo>
                <a:cubicBezTo>
                  <a:pt x="117" y="9"/>
                  <a:pt x="128" y="5"/>
                  <a:pt x="139" y="3"/>
                </a:cubicBezTo>
                <a:cubicBezTo>
                  <a:pt x="150" y="1"/>
                  <a:pt x="161" y="0"/>
                  <a:pt x="172" y="0"/>
                </a:cubicBezTo>
                <a:cubicBezTo>
                  <a:pt x="184" y="0"/>
                  <a:pt x="195" y="1"/>
                  <a:pt x="206" y="3"/>
                </a:cubicBezTo>
                <a:cubicBezTo>
                  <a:pt x="217" y="5"/>
                  <a:pt x="228" y="9"/>
                  <a:pt x="238" y="13"/>
                </a:cubicBezTo>
                <a:cubicBezTo>
                  <a:pt x="249" y="17"/>
                  <a:pt x="259" y="24"/>
                  <a:pt x="268" y="30"/>
                </a:cubicBezTo>
                <a:cubicBezTo>
                  <a:pt x="278" y="36"/>
                  <a:pt x="287" y="43"/>
                  <a:pt x="295" y="51"/>
                </a:cubicBezTo>
                <a:cubicBezTo>
                  <a:pt x="303" y="59"/>
                  <a:pt x="310" y="68"/>
                  <a:pt x="316" y="77"/>
                </a:cubicBezTo>
                <a:cubicBezTo>
                  <a:pt x="323" y="87"/>
                  <a:pt x="328" y="97"/>
                  <a:pt x="332" y="107"/>
                </a:cubicBezTo>
                <a:cubicBezTo>
                  <a:pt x="337" y="117"/>
                  <a:pt x="340" y="128"/>
                  <a:pt x="342" y="139"/>
                </a:cubicBezTo>
                <a:cubicBezTo>
                  <a:pt x="344" y="150"/>
                  <a:pt x="345" y="162"/>
                  <a:pt x="345" y="173"/>
                </a:cubicBez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880920" y="1960200"/>
            <a:ext cx="167328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0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First point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580680" y="341928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345" y="172"/>
                </a:moveTo>
                <a:cubicBezTo>
                  <a:pt x="345" y="183"/>
                  <a:pt x="344" y="194"/>
                  <a:pt x="342" y="206"/>
                </a:cubicBezTo>
                <a:cubicBezTo>
                  <a:pt x="340" y="217"/>
                  <a:pt x="337" y="227"/>
                  <a:pt x="332" y="238"/>
                </a:cubicBezTo>
                <a:cubicBezTo>
                  <a:pt x="328" y="248"/>
                  <a:pt x="323" y="258"/>
                  <a:pt x="316" y="268"/>
                </a:cubicBezTo>
                <a:cubicBezTo>
                  <a:pt x="310" y="277"/>
                  <a:pt x="303" y="287"/>
                  <a:pt x="295" y="295"/>
                </a:cubicBezTo>
                <a:cubicBezTo>
                  <a:pt x="287" y="303"/>
                  <a:pt x="278" y="310"/>
                  <a:pt x="268" y="316"/>
                </a:cubicBezTo>
                <a:cubicBezTo>
                  <a:pt x="259" y="322"/>
                  <a:pt x="249" y="328"/>
                  <a:pt x="238" y="332"/>
                </a:cubicBezTo>
                <a:cubicBezTo>
                  <a:pt x="228" y="336"/>
                  <a:pt x="217" y="339"/>
                  <a:pt x="206" y="342"/>
                </a:cubicBezTo>
                <a:cubicBezTo>
                  <a:pt x="195" y="344"/>
                  <a:pt x="184" y="345"/>
                  <a:pt x="172" y="345"/>
                </a:cubicBezTo>
                <a:cubicBezTo>
                  <a:pt x="161" y="345"/>
                  <a:pt x="150" y="344"/>
                  <a:pt x="139" y="342"/>
                </a:cubicBezTo>
                <a:cubicBezTo>
                  <a:pt x="128" y="339"/>
                  <a:pt x="117" y="336"/>
                  <a:pt x="107" y="332"/>
                </a:cubicBezTo>
                <a:cubicBezTo>
                  <a:pt x="96" y="328"/>
                  <a:pt x="86" y="322"/>
                  <a:pt x="77" y="316"/>
                </a:cubicBezTo>
                <a:cubicBezTo>
                  <a:pt x="68" y="310"/>
                  <a:pt x="59" y="303"/>
                  <a:pt x="51" y="295"/>
                </a:cubicBezTo>
                <a:cubicBezTo>
                  <a:pt x="43" y="287"/>
                  <a:pt x="36" y="277"/>
                  <a:pt x="29" y="268"/>
                </a:cubicBezTo>
                <a:cubicBezTo>
                  <a:pt x="23" y="258"/>
                  <a:pt x="18" y="248"/>
                  <a:pt x="14" y="238"/>
                </a:cubicBezTo>
                <a:cubicBezTo>
                  <a:pt x="9" y="227"/>
                  <a:pt x="6" y="217"/>
                  <a:pt x="4" y="206"/>
                </a:cubicBezTo>
                <a:cubicBezTo>
                  <a:pt x="2" y="194"/>
                  <a:pt x="0" y="183"/>
                  <a:pt x="0" y="172"/>
                </a:cubicBezTo>
                <a:cubicBezTo>
                  <a:pt x="0" y="161"/>
                  <a:pt x="2" y="150"/>
                  <a:pt x="4" y="138"/>
                </a:cubicBezTo>
                <a:cubicBezTo>
                  <a:pt x="6" y="127"/>
                  <a:pt x="9" y="117"/>
                  <a:pt x="14" y="106"/>
                </a:cubicBezTo>
                <a:cubicBezTo>
                  <a:pt x="18" y="96"/>
                  <a:pt x="23" y="86"/>
                  <a:pt x="29" y="76"/>
                </a:cubicBezTo>
                <a:cubicBezTo>
                  <a:pt x="36" y="67"/>
                  <a:pt x="43" y="58"/>
                  <a:pt x="51" y="50"/>
                </a:cubicBezTo>
                <a:cubicBezTo>
                  <a:pt x="59" y="42"/>
                  <a:pt x="68" y="35"/>
                  <a:pt x="77" y="29"/>
                </a:cubicBezTo>
                <a:cubicBezTo>
                  <a:pt x="86" y="23"/>
                  <a:pt x="96" y="17"/>
                  <a:pt x="107" y="13"/>
                </a:cubicBezTo>
                <a:cubicBezTo>
                  <a:pt x="117" y="9"/>
                  <a:pt x="128" y="6"/>
                  <a:pt x="139" y="3"/>
                </a:cubicBezTo>
                <a:cubicBezTo>
                  <a:pt x="150" y="1"/>
                  <a:pt x="161" y="0"/>
                  <a:pt x="172" y="0"/>
                </a:cubicBezTo>
                <a:cubicBezTo>
                  <a:pt x="184" y="0"/>
                  <a:pt x="195" y="1"/>
                  <a:pt x="206" y="3"/>
                </a:cubicBezTo>
                <a:cubicBezTo>
                  <a:pt x="217" y="6"/>
                  <a:pt x="228" y="9"/>
                  <a:pt x="238" y="13"/>
                </a:cubicBezTo>
                <a:cubicBezTo>
                  <a:pt x="249" y="17"/>
                  <a:pt x="259" y="23"/>
                  <a:pt x="268" y="29"/>
                </a:cubicBezTo>
                <a:cubicBezTo>
                  <a:pt x="278" y="35"/>
                  <a:pt x="287" y="42"/>
                  <a:pt x="295" y="50"/>
                </a:cubicBezTo>
                <a:cubicBezTo>
                  <a:pt x="303" y="58"/>
                  <a:pt x="310" y="67"/>
                  <a:pt x="316" y="76"/>
                </a:cubicBezTo>
                <a:cubicBezTo>
                  <a:pt x="323" y="86"/>
                  <a:pt x="328" y="96"/>
                  <a:pt x="332" y="106"/>
                </a:cubicBezTo>
                <a:cubicBezTo>
                  <a:pt x="337" y="117"/>
                  <a:pt x="340" y="127"/>
                  <a:pt x="342" y="138"/>
                </a:cubicBezTo>
                <a:cubicBezTo>
                  <a:pt x="344" y="150"/>
                  <a:pt x="345" y="161"/>
                  <a:pt x="345" y="172"/>
                </a:cubicBez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880920" y="2607840"/>
            <a:ext cx="222480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0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Second point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880920" y="3255480"/>
            <a:ext cx="180072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0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Third point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0784160" y="7059960"/>
            <a:ext cx="132840" cy="13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6E6E6E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0"/>
            <a:ext cx="10997280" cy="7324920"/>
          </a:xfrm>
          <a:custGeom>
            <a:avLst/>
            <a:gdLst/>
            <a:ahLst/>
            <a:rect l="0" t="0" r="r" b="b"/>
            <a:pathLst>
              <a:path w="30548" h="20347">
                <a:moveTo>
                  <a:pt x="0" y="0"/>
                </a:moveTo>
                <a:lnTo>
                  <a:pt x="30548" y="0"/>
                </a:lnTo>
                <a:lnTo>
                  <a:pt x="30548" y="20347"/>
                </a:lnTo>
                <a:lnTo>
                  <a:pt x="0" y="203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509400" y="1185840"/>
            <a:ext cx="9992160" cy="3114720"/>
          </a:xfrm>
          <a:custGeom>
            <a:avLst/>
            <a:gdLst/>
            <a:ahLst/>
            <a:rect l="0" t="0" r="r" b="b"/>
            <a:pathLst>
              <a:path w="27756" h="8652">
                <a:moveTo>
                  <a:pt x="0" y="8560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0" y="0"/>
                  <a:pt x="93" y="0"/>
                </a:cubicBezTo>
                <a:lnTo>
                  <a:pt x="27663" y="0"/>
                </a:lnTo>
                <a:cubicBezTo>
                  <a:pt x="27675" y="0"/>
                  <a:pt x="27687" y="2"/>
                  <a:pt x="27699" y="7"/>
                </a:cubicBezTo>
                <a:cubicBezTo>
                  <a:pt x="27710" y="11"/>
                  <a:pt x="27720" y="18"/>
                  <a:pt x="27729" y="27"/>
                </a:cubicBezTo>
                <a:cubicBezTo>
                  <a:pt x="27737" y="35"/>
                  <a:pt x="27744" y="45"/>
                  <a:pt x="27749" y="57"/>
                </a:cubicBezTo>
                <a:cubicBezTo>
                  <a:pt x="27753" y="68"/>
                  <a:pt x="27756" y="80"/>
                  <a:pt x="27756" y="92"/>
                </a:cubicBezTo>
                <a:lnTo>
                  <a:pt x="27756" y="8560"/>
                </a:lnTo>
                <a:cubicBezTo>
                  <a:pt x="27756" y="8572"/>
                  <a:pt x="27753" y="8584"/>
                  <a:pt x="27749" y="8595"/>
                </a:cubicBezTo>
                <a:cubicBezTo>
                  <a:pt x="27744" y="8607"/>
                  <a:pt x="27737" y="8617"/>
                  <a:pt x="27729" y="8625"/>
                </a:cubicBezTo>
                <a:cubicBezTo>
                  <a:pt x="27720" y="8634"/>
                  <a:pt x="27710" y="8641"/>
                  <a:pt x="27699" y="8645"/>
                </a:cubicBezTo>
                <a:cubicBezTo>
                  <a:pt x="27687" y="8650"/>
                  <a:pt x="27675" y="8652"/>
                  <a:pt x="27663" y="8652"/>
                </a:cubicBezTo>
                <a:lnTo>
                  <a:pt x="93" y="8652"/>
                </a:lnTo>
                <a:cubicBezTo>
                  <a:pt x="80" y="8652"/>
                  <a:pt x="69" y="8650"/>
                  <a:pt x="57" y="8645"/>
                </a:cubicBezTo>
                <a:cubicBezTo>
                  <a:pt x="46" y="8641"/>
                  <a:pt x="36" y="8634"/>
                  <a:pt x="27" y="8625"/>
                </a:cubicBezTo>
                <a:cubicBezTo>
                  <a:pt x="18" y="8617"/>
                  <a:pt x="12" y="8607"/>
                  <a:pt x="7" y="8595"/>
                </a:cubicBezTo>
                <a:cubicBezTo>
                  <a:pt x="2" y="8584"/>
                  <a:pt x="0" y="8572"/>
                  <a:pt x="0" y="8560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509400" y="1185840"/>
            <a:ext cx="9992160" cy="3114720"/>
          </a:xfrm>
          <a:custGeom>
            <a:avLst/>
            <a:gdLst/>
            <a:ahLst/>
            <a:rect l="0" t="0" r="r" b="b"/>
            <a:pathLst>
              <a:path w="27756" h="8652">
                <a:moveTo>
                  <a:pt x="0" y="8560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0" y="0"/>
                  <a:pt x="93" y="0"/>
                </a:cubicBezTo>
                <a:lnTo>
                  <a:pt x="27663" y="0"/>
                </a:lnTo>
                <a:cubicBezTo>
                  <a:pt x="27675" y="0"/>
                  <a:pt x="27687" y="2"/>
                  <a:pt x="27699" y="7"/>
                </a:cubicBezTo>
                <a:cubicBezTo>
                  <a:pt x="27710" y="11"/>
                  <a:pt x="27720" y="18"/>
                  <a:pt x="27729" y="27"/>
                </a:cubicBezTo>
                <a:cubicBezTo>
                  <a:pt x="27737" y="35"/>
                  <a:pt x="27744" y="45"/>
                  <a:pt x="27749" y="57"/>
                </a:cubicBezTo>
                <a:cubicBezTo>
                  <a:pt x="27753" y="68"/>
                  <a:pt x="27756" y="80"/>
                  <a:pt x="27756" y="92"/>
                </a:cubicBezTo>
                <a:lnTo>
                  <a:pt x="27756" y="8560"/>
                </a:lnTo>
                <a:cubicBezTo>
                  <a:pt x="27756" y="8572"/>
                  <a:pt x="27753" y="8584"/>
                  <a:pt x="27749" y="8595"/>
                </a:cubicBezTo>
                <a:cubicBezTo>
                  <a:pt x="27744" y="8607"/>
                  <a:pt x="27737" y="8617"/>
                  <a:pt x="27729" y="8625"/>
                </a:cubicBezTo>
                <a:cubicBezTo>
                  <a:pt x="27720" y="8634"/>
                  <a:pt x="27710" y="8641"/>
                  <a:pt x="27699" y="8645"/>
                </a:cubicBezTo>
                <a:cubicBezTo>
                  <a:pt x="27687" y="8650"/>
                  <a:pt x="27675" y="8652"/>
                  <a:pt x="27663" y="8652"/>
                </a:cubicBezTo>
                <a:lnTo>
                  <a:pt x="93" y="8652"/>
                </a:lnTo>
                <a:cubicBezTo>
                  <a:pt x="80" y="8652"/>
                  <a:pt x="69" y="8650"/>
                  <a:pt x="57" y="8645"/>
                </a:cubicBezTo>
                <a:cubicBezTo>
                  <a:pt x="46" y="8641"/>
                  <a:pt x="36" y="8634"/>
                  <a:pt x="27" y="8625"/>
                </a:cubicBezTo>
                <a:cubicBezTo>
                  <a:pt x="18" y="8617"/>
                  <a:pt x="12" y="8607"/>
                  <a:pt x="7" y="8595"/>
                </a:cubicBezTo>
                <a:cubicBezTo>
                  <a:pt x="2" y="8584"/>
                  <a:pt x="0" y="8572"/>
                  <a:pt x="0" y="8560"/>
                </a:cubicBezTo>
                <a:close/>
              </a:path>
            </a:pathLst>
          </a:custGeom>
          <a:noFill/>
          <a:ln w="9360">
            <a:solidFill>
              <a:srgbClr val="BBBBBB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514080" y="1190520"/>
            <a:ext cx="9982800" cy="3105360"/>
          </a:xfrm>
          <a:custGeom>
            <a:avLst/>
            <a:gdLst/>
            <a:ahLst/>
            <a:rect l="0" t="0" r="r" b="b"/>
            <a:pathLst>
              <a:path w="27730" h="8626">
                <a:moveTo>
                  <a:pt x="23" y="23"/>
                </a:moveTo>
                <a:cubicBezTo>
                  <a:pt x="39" y="8"/>
                  <a:pt x="58" y="0"/>
                  <a:pt x="80" y="0"/>
                </a:cubicBezTo>
                <a:lnTo>
                  <a:pt x="27650" y="0"/>
                </a:lnTo>
                <a:cubicBezTo>
                  <a:pt x="27672" y="0"/>
                  <a:pt x="27691" y="8"/>
                  <a:pt x="27706" y="23"/>
                </a:cubicBezTo>
                <a:cubicBezTo>
                  <a:pt x="27722" y="39"/>
                  <a:pt x="27730" y="57"/>
                  <a:pt x="27730" y="79"/>
                </a:cubicBezTo>
                <a:lnTo>
                  <a:pt x="27730" y="8547"/>
                </a:lnTo>
                <a:cubicBezTo>
                  <a:pt x="27730" y="8569"/>
                  <a:pt x="27722" y="8587"/>
                  <a:pt x="27706" y="8603"/>
                </a:cubicBezTo>
                <a:cubicBezTo>
                  <a:pt x="27691" y="8618"/>
                  <a:pt x="27672" y="8626"/>
                  <a:pt x="27650" y="8626"/>
                </a:cubicBezTo>
                <a:lnTo>
                  <a:pt x="80" y="8626"/>
                </a:lnTo>
                <a:cubicBezTo>
                  <a:pt x="58" y="8626"/>
                  <a:pt x="39" y="8618"/>
                  <a:pt x="23" y="8603"/>
                </a:cubicBezTo>
                <a:cubicBezTo>
                  <a:pt x="8" y="8587"/>
                  <a:pt x="0" y="8569"/>
                  <a:pt x="0" y="8547"/>
                </a:cubicBezTo>
                <a:lnTo>
                  <a:pt x="0" y="79"/>
                </a:lnTo>
                <a:cubicBezTo>
                  <a:pt x="0" y="57"/>
                  <a:pt x="8" y="39"/>
                  <a:pt x="23" y="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514080" y="1190520"/>
            <a:ext cx="9982800" cy="3105360"/>
          </a:xfrm>
          <a:custGeom>
            <a:avLst/>
            <a:gdLst/>
            <a:ahLst/>
            <a:rect l="0" t="0" r="r" b="b"/>
            <a:pathLst>
              <a:path w="27730" h="8626">
                <a:moveTo>
                  <a:pt x="23" y="23"/>
                </a:moveTo>
                <a:cubicBezTo>
                  <a:pt x="39" y="8"/>
                  <a:pt x="58" y="0"/>
                  <a:pt x="80" y="0"/>
                </a:cubicBezTo>
                <a:lnTo>
                  <a:pt x="27650" y="0"/>
                </a:lnTo>
                <a:cubicBezTo>
                  <a:pt x="27672" y="0"/>
                  <a:pt x="27691" y="8"/>
                  <a:pt x="27706" y="23"/>
                </a:cubicBezTo>
                <a:cubicBezTo>
                  <a:pt x="27722" y="39"/>
                  <a:pt x="27730" y="57"/>
                  <a:pt x="27730" y="79"/>
                </a:cubicBezTo>
                <a:lnTo>
                  <a:pt x="27730" y="8547"/>
                </a:lnTo>
                <a:cubicBezTo>
                  <a:pt x="27730" y="8569"/>
                  <a:pt x="27722" y="8587"/>
                  <a:pt x="27706" y="8603"/>
                </a:cubicBezTo>
                <a:cubicBezTo>
                  <a:pt x="27691" y="8618"/>
                  <a:pt x="27672" y="8626"/>
                  <a:pt x="27650" y="8626"/>
                </a:cubicBezTo>
                <a:lnTo>
                  <a:pt x="80" y="8626"/>
                </a:lnTo>
                <a:cubicBezTo>
                  <a:pt x="58" y="8626"/>
                  <a:pt x="39" y="8618"/>
                  <a:pt x="23" y="8603"/>
                </a:cubicBezTo>
                <a:cubicBezTo>
                  <a:pt x="8" y="8587"/>
                  <a:pt x="0" y="8569"/>
                  <a:pt x="0" y="8547"/>
                </a:cubicBezTo>
                <a:lnTo>
                  <a:pt x="0" y="79"/>
                </a:lnTo>
                <a:cubicBezTo>
                  <a:pt x="0" y="57"/>
                  <a:pt x="8" y="39"/>
                  <a:pt x="23" y="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00040" y="324720"/>
            <a:ext cx="4539240" cy="681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Slide with Code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069920" y="1253160"/>
            <a:ext cx="22633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def 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hello_world():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758880" y="125316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069920" y="1519920"/>
            <a:ext cx="326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  print(</a:t>
            </a:r>
            <a:r>
              <a:rPr lang="en-US" sz="1650" b="0" u="none" strike="noStrike">
                <a:solidFill>
                  <a:srgbClr val="20794D"/>
                </a:solidFill>
                <a:effectLst/>
                <a:uFillTx/>
                <a:latin typeface="Menlo"/>
                <a:ea typeface="Menlo"/>
              </a:rPr>
              <a:t>"Hello, World!"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758880" y="151992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758880" y="179640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1069920" y="2072520"/>
            <a:ext cx="20120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def 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greet(name):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758880" y="207252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069920" y="2339280"/>
            <a:ext cx="38973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  message </a:t>
            </a:r>
            <a:r>
              <a:rPr lang="en-US" sz="1650" b="0" u="none" strike="noStrike">
                <a:solidFill>
                  <a:srgbClr val="5E5E5E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1650" b="0" u="none" strike="noStrike">
                <a:solidFill>
                  <a:srgbClr val="20794D"/>
                </a:solidFill>
                <a:effectLst/>
                <a:uFillTx/>
                <a:latin typeface="Menlo"/>
                <a:ea typeface="Menlo"/>
              </a:rPr>
              <a:t>f"Hello, </a:t>
            </a:r>
            <a:r>
              <a:rPr lang="en-US" sz="1650" b="0" u="none" strike="noStrike">
                <a:solidFill>
                  <a:srgbClr val="5E5E5E"/>
                </a:solidFill>
                <a:effectLst/>
                <a:uFillTx/>
                <a:latin typeface="Menlo"/>
                <a:ea typeface="Menlo"/>
              </a:rPr>
              <a:t>{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name</a:t>
            </a:r>
            <a:r>
              <a:rPr lang="en-US" sz="1650" b="0" u="none" strike="noStrike">
                <a:solidFill>
                  <a:srgbClr val="5E5E5E"/>
                </a:solidFill>
                <a:effectLst/>
                <a:uFillTx/>
                <a:latin typeface="Menlo"/>
                <a:ea typeface="Menlo"/>
              </a:rPr>
              <a:t>}</a:t>
            </a:r>
            <a:r>
              <a:rPr lang="en-US" sz="1650" b="0" u="none" strike="noStrike">
                <a:solidFill>
                  <a:srgbClr val="20794D"/>
                </a:solidFill>
                <a:effectLst/>
                <a:uFillTx/>
                <a:latin typeface="Menlo"/>
                <a:ea typeface="Menlo"/>
              </a:rPr>
              <a:t>!"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758880" y="233928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069920" y="2615400"/>
            <a:ext cx="22633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  print(message)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758880" y="261540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6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069920" y="2882160"/>
            <a:ext cx="22633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n-US" sz="1650" b="1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return 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message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758880" y="288216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7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758880" y="315828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8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069920" y="3434400"/>
            <a:ext cx="3268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if </a:t>
            </a:r>
            <a:r>
              <a:rPr lang="en-US" sz="1650" b="0" u="none" strike="noStrike">
                <a:solidFill>
                  <a:srgbClr val="111111"/>
                </a:solidFill>
                <a:effectLst/>
                <a:uFillTx/>
                <a:latin typeface="Menlo"/>
                <a:ea typeface="Menlo"/>
              </a:rPr>
              <a:t>__name__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1650" b="0" u="none" strike="noStrike">
                <a:solidFill>
                  <a:srgbClr val="5E5E5E"/>
                </a:solidFill>
                <a:effectLst/>
                <a:uFillTx/>
                <a:latin typeface="Menlo"/>
                <a:ea typeface="Menlo"/>
              </a:rPr>
              <a:t>==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1650" b="0" u="none" strike="noStrike">
                <a:solidFill>
                  <a:srgbClr val="20794D"/>
                </a:solidFill>
                <a:effectLst/>
                <a:uFillTx/>
                <a:latin typeface="Menlo"/>
                <a:ea typeface="Menlo"/>
              </a:rPr>
              <a:t>"__main__"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: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758880" y="343440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9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069920" y="3701160"/>
            <a:ext cx="21376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  hello_world()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32520" y="3701160"/>
            <a:ext cx="2520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10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069920" y="3977640"/>
            <a:ext cx="22633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  greet(</a:t>
            </a:r>
            <a:r>
              <a:rPr lang="en-US" sz="1650" b="0" u="none" strike="noStrike">
                <a:solidFill>
                  <a:srgbClr val="20794D"/>
                </a:solidFill>
                <a:effectLst/>
                <a:uFillTx/>
                <a:latin typeface="Menlo"/>
                <a:ea typeface="Menlo"/>
              </a:rPr>
              <a:t>"Alice"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32520" y="3977640"/>
            <a:ext cx="2520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11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0784160" y="7059960"/>
            <a:ext cx="132840" cy="13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6E6E6E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0" y="0"/>
            <a:ext cx="10997280" cy="7324920"/>
          </a:xfrm>
          <a:custGeom>
            <a:avLst/>
            <a:gdLst/>
            <a:ahLst/>
            <a:rect l="0" t="0" r="r" b="b"/>
            <a:pathLst>
              <a:path w="30548" h="20347">
                <a:moveTo>
                  <a:pt x="0" y="0"/>
                </a:moveTo>
                <a:lnTo>
                  <a:pt x="30548" y="0"/>
                </a:lnTo>
                <a:lnTo>
                  <a:pt x="30548" y="20347"/>
                </a:lnTo>
                <a:lnTo>
                  <a:pt x="0" y="203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" name=""/>
          <p:cNvPicPr/>
          <p:nvPr/>
        </p:nvPicPr>
        <p:blipFill>
          <a:blip r:embed="rId1"/>
          <a:stretch/>
        </p:blipFill>
        <p:spPr>
          <a:xfrm>
            <a:off x="2000160" y="1181160"/>
            <a:ext cx="7000560" cy="524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"/>
          <p:cNvSpPr txBox="1"/>
          <p:nvPr/>
        </p:nvSpPr>
        <p:spPr>
          <a:xfrm>
            <a:off x="500040" y="324720"/>
            <a:ext cx="4776840" cy="681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Slide with Image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00040" y="6549840"/>
            <a:ext cx="204696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A beautiful scene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0784160" y="7059960"/>
            <a:ext cx="132840" cy="13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6E6E6E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0" y="0"/>
            <a:ext cx="10997280" cy="7324920"/>
          </a:xfrm>
          <a:custGeom>
            <a:avLst/>
            <a:gdLst/>
            <a:ahLst/>
            <a:rect l="0" t="0" r="r" b="b"/>
            <a:pathLst>
              <a:path w="30548" h="20347">
                <a:moveTo>
                  <a:pt x="0" y="0"/>
                </a:moveTo>
                <a:lnTo>
                  <a:pt x="30548" y="0"/>
                </a:lnTo>
                <a:lnTo>
                  <a:pt x="30548" y="20347"/>
                </a:lnTo>
                <a:lnTo>
                  <a:pt x="0" y="203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" name=""/>
          <p:cNvPicPr/>
          <p:nvPr/>
        </p:nvPicPr>
        <p:blipFill>
          <a:blip r:embed="rId1"/>
          <a:stretch/>
        </p:blipFill>
        <p:spPr>
          <a:xfrm>
            <a:off x="5572080" y="1295280"/>
            <a:ext cx="457164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"/>
          <p:cNvSpPr/>
          <p:nvPr/>
        </p:nvSpPr>
        <p:spPr>
          <a:xfrm>
            <a:off x="509400" y="1185840"/>
            <a:ext cx="4915440" cy="3114720"/>
          </a:xfrm>
          <a:custGeom>
            <a:avLst/>
            <a:gdLst/>
            <a:ahLst/>
            <a:rect l="0" t="0" r="r" b="b"/>
            <a:pathLst>
              <a:path w="13654" h="8652">
                <a:moveTo>
                  <a:pt x="0" y="8560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0" y="0"/>
                  <a:pt x="93" y="0"/>
                </a:cubicBezTo>
                <a:lnTo>
                  <a:pt x="13561" y="0"/>
                </a:lnTo>
                <a:cubicBezTo>
                  <a:pt x="13573" y="0"/>
                  <a:pt x="13585" y="2"/>
                  <a:pt x="13596" y="7"/>
                </a:cubicBezTo>
                <a:cubicBezTo>
                  <a:pt x="13608" y="11"/>
                  <a:pt x="13618" y="18"/>
                  <a:pt x="13626" y="27"/>
                </a:cubicBezTo>
                <a:cubicBezTo>
                  <a:pt x="13635" y="35"/>
                  <a:pt x="13642" y="45"/>
                  <a:pt x="13646" y="57"/>
                </a:cubicBezTo>
                <a:cubicBezTo>
                  <a:pt x="13651" y="68"/>
                  <a:pt x="13654" y="80"/>
                  <a:pt x="13654" y="92"/>
                </a:cubicBezTo>
                <a:lnTo>
                  <a:pt x="13654" y="8560"/>
                </a:lnTo>
                <a:cubicBezTo>
                  <a:pt x="13654" y="8572"/>
                  <a:pt x="13651" y="8584"/>
                  <a:pt x="13646" y="8595"/>
                </a:cubicBezTo>
                <a:cubicBezTo>
                  <a:pt x="13642" y="8607"/>
                  <a:pt x="13635" y="8617"/>
                  <a:pt x="13626" y="8625"/>
                </a:cubicBezTo>
                <a:cubicBezTo>
                  <a:pt x="13618" y="8634"/>
                  <a:pt x="13608" y="8641"/>
                  <a:pt x="13596" y="8645"/>
                </a:cubicBezTo>
                <a:cubicBezTo>
                  <a:pt x="13585" y="8650"/>
                  <a:pt x="13573" y="8652"/>
                  <a:pt x="13561" y="8652"/>
                </a:cubicBezTo>
                <a:lnTo>
                  <a:pt x="93" y="8652"/>
                </a:lnTo>
                <a:cubicBezTo>
                  <a:pt x="80" y="8652"/>
                  <a:pt x="69" y="8650"/>
                  <a:pt x="57" y="8645"/>
                </a:cubicBezTo>
                <a:cubicBezTo>
                  <a:pt x="46" y="8641"/>
                  <a:pt x="36" y="8634"/>
                  <a:pt x="27" y="8625"/>
                </a:cubicBezTo>
                <a:cubicBezTo>
                  <a:pt x="18" y="8617"/>
                  <a:pt x="12" y="8607"/>
                  <a:pt x="7" y="8595"/>
                </a:cubicBezTo>
                <a:cubicBezTo>
                  <a:pt x="2" y="8584"/>
                  <a:pt x="0" y="8572"/>
                  <a:pt x="0" y="856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509400" y="1185840"/>
            <a:ext cx="4915440" cy="3114720"/>
          </a:xfrm>
          <a:custGeom>
            <a:avLst/>
            <a:gdLst/>
            <a:ahLst/>
            <a:rect l="0" t="0" r="r" b="b"/>
            <a:pathLst>
              <a:path w="13654" h="8652">
                <a:moveTo>
                  <a:pt x="0" y="8560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0" y="0"/>
                  <a:pt x="93" y="0"/>
                </a:cubicBezTo>
                <a:lnTo>
                  <a:pt x="13561" y="0"/>
                </a:lnTo>
                <a:cubicBezTo>
                  <a:pt x="13573" y="0"/>
                  <a:pt x="13585" y="2"/>
                  <a:pt x="13596" y="7"/>
                </a:cubicBezTo>
                <a:cubicBezTo>
                  <a:pt x="13608" y="11"/>
                  <a:pt x="13618" y="18"/>
                  <a:pt x="13626" y="27"/>
                </a:cubicBezTo>
                <a:cubicBezTo>
                  <a:pt x="13635" y="35"/>
                  <a:pt x="13642" y="45"/>
                  <a:pt x="13646" y="57"/>
                </a:cubicBezTo>
                <a:cubicBezTo>
                  <a:pt x="13651" y="68"/>
                  <a:pt x="13654" y="80"/>
                  <a:pt x="13654" y="92"/>
                </a:cubicBezTo>
                <a:lnTo>
                  <a:pt x="13654" y="8560"/>
                </a:lnTo>
                <a:cubicBezTo>
                  <a:pt x="13654" y="8572"/>
                  <a:pt x="13651" y="8584"/>
                  <a:pt x="13646" y="8595"/>
                </a:cubicBezTo>
                <a:cubicBezTo>
                  <a:pt x="13642" y="8607"/>
                  <a:pt x="13635" y="8617"/>
                  <a:pt x="13626" y="8625"/>
                </a:cubicBezTo>
                <a:cubicBezTo>
                  <a:pt x="13618" y="8634"/>
                  <a:pt x="13608" y="8641"/>
                  <a:pt x="13596" y="8645"/>
                </a:cubicBezTo>
                <a:cubicBezTo>
                  <a:pt x="13585" y="8650"/>
                  <a:pt x="13573" y="8652"/>
                  <a:pt x="13561" y="8652"/>
                </a:cubicBezTo>
                <a:lnTo>
                  <a:pt x="93" y="8652"/>
                </a:lnTo>
                <a:cubicBezTo>
                  <a:pt x="80" y="8652"/>
                  <a:pt x="69" y="8650"/>
                  <a:pt x="57" y="8645"/>
                </a:cubicBezTo>
                <a:cubicBezTo>
                  <a:pt x="46" y="8641"/>
                  <a:pt x="36" y="8634"/>
                  <a:pt x="27" y="8625"/>
                </a:cubicBezTo>
                <a:cubicBezTo>
                  <a:pt x="18" y="8617"/>
                  <a:pt x="12" y="8607"/>
                  <a:pt x="7" y="8595"/>
                </a:cubicBezTo>
                <a:cubicBezTo>
                  <a:pt x="2" y="8584"/>
                  <a:pt x="0" y="8572"/>
                  <a:pt x="0" y="8560"/>
                </a:cubicBezTo>
                <a:close/>
              </a:path>
            </a:pathLst>
          </a:custGeom>
          <a:noFill/>
          <a:ln w="9360">
            <a:solidFill>
              <a:srgbClr val="BBBBBB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514080" y="1190520"/>
            <a:ext cx="4905720" cy="3105360"/>
          </a:xfrm>
          <a:custGeom>
            <a:avLst/>
            <a:gdLst/>
            <a:ahLst/>
            <a:rect l="0" t="0" r="r" b="b"/>
            <a:pathLst>
              <a:path w="13627" h="8626">
                <a:moveTo>
                  <a:pt x="23" y="23"/>
                </a:moveTo>
                <a:cubicBezTo>
                  <a:pt x="39" y="8"/>
                  <a:pt x="58" y="0"/>
                  <a:pt x="80" y="0"/>
                </a:cubicBezTo>
                <a:lnTo>
                  <a:pt x="13548" y="0"/>
                </a:lnTo>
                <a:cubicBezTo>
                  <a:pt x="13570" y="0"/>
                  <a:pt x="13589" y="8"/>
                  <a:pt x="13604" y="23"/>
                </a:cubicBezTo>
                <a:cubicBezTo>
                  <a:pt x="13620" y="39"/>
                  <a:pt x="13627" y="57"/>
                  <a:pt x="13627" y="79"/>
                </a:cubicBezTo>
                <a:lnTo>
                  <a:pt x="13627" y="8547"/>
                </a:lnTo>
                <a:cubicBezTo>
                  <a:pt x="13627" y="8569"/>
                  <a:pt x="13620" y="8587"/>
                  <a:pt x="13604" y="8603"/>
                </a:cubicBezTo>
                <a:cubicBezTo>
                  <a:pt x="13589" y="8618"/>
                  <a:pt x="13570" y="8626"/>
                  <a:pt x="13548" y="8626"/>
                </a:cubicBezTo>
                <a:lnTo>
                  <a:pt x="80" y="8626"/>
                </a:lnTo>
                <a:cubicBezTo>
                  <a:pt x="58" y="8626"/>
                  <a:pt x="39" y="8618"/>
                  <a:pt x="23" y="8603"/>
                </a:cubicBezTo>
                <a:cubicBezTo>
                  <a:pt x="8" y="8587"/>
                  <a:pt x="0" y="8569"/>
                  <a:pt x="0" y="8547"/>
                </a:cubicBezTo>
                <a:lnTo>
                  <a:pt x="0" y="79"/>
                </a:lnTo>
                <a:cubicBezTo>
                  <a:pt x="0" y="57"/>
                  <a:pt x="8" y="39"/>
                  <a:pt x="23" y="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514080" y="1190520"/>
            <a:ext cx="4905720" cy="3105360"/>
          </a:xfrm>
          <a:custGeom>
            <a:avLst/>
            <a:gdLst/>
            <a:ahLst/>
            <a:rect l="0" t="0" r="r" b="b"/>
            <a:pathLst>
              <a:path w="13627" h="8626">
                <a:moveTo>
                  <a:pt x="23" y="23"/>
                </a:moveTo>
                <a:cubicBezTo>
                  <a:pt x="39" y="8"/>
                  <a:pt x="58" y="0"/>
                  <a:pt x="80" y="0"/>
                </a:cubicBezTo>
                <a:lnTo>
                  <a:pt x="13548" y="0"/>
                </a:lnTo>
                <a:cubicBezTo>
                  <a:pt x="13570" y="0"/>
                  <a:pt x="13589" y="8"/>
                  <a:pt x="13604" y="23"/>
                </a:cubicBezTo>
                <a:cubicBezTo>
                  <a:pt x="13620" y="39"/>
                  <a:pt x="13627" y="57"/>
                  <a:pt x="13627" y="79"/>
                </a:cubicBezTo>
                <a:lnTo>
                  <a:pt x="13627" y="8547"/>
                </a:lnTo>
                <a:cubicBezTo>
                  <a:pt x="13627" y="8569"/>
                  <a:pt x="13620" y="8587"/>
                  <a:pt x="13604" y="8603"/>
                </a:cubicBezTo>
                <a:cubicBezTo>
                  <a:pt x="13589" y="8618"/>
                  <a:pt x="13570" y="8626"/>
                  <a:pt x="13548" y="8626"/>
                </a:cubicBezTo>
                <a:lnTo>
                  <a:pt x="80" y="8626"/>
                </a:lnTo>
                <a:cubicBezTo>
                  <a:pt x="58" y="8626"/>
                  <a:pt x="39" y="8618"/>
                  <a:pt x="23" y="8603"/>
                </a:cubicBezTo>
                <a:cubicBezTo>
                  <a:pt x="8" y="8587"/>
                  <a:pt x="0" y="8569"/>
                  <a:pt x="0" y="8547"/>
                </a:cubicBezTo>
                <a:lnTo>
                  <a:pt x="0" y="79"/>
                </a:lnTo>
                <a:cubicBezTo>
                  <a:pt x="0" y="57"/>
                  <a:pt x="8" y="39"/>
                  <a:pt x="23" y="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00040" y="324720"/>
            <a:ext cx="4878360" cy="681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ggplot2 Example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069920" y="1253160"/>
            <a:ext cx="20120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4758AB"/>
                </a:solidFill>
                <a:effectLst/>
                <a:uFillTx/>
                <a:latin typeface="Menlo"/>
                <a:ea typeface="Menlo"/>
              </a:rPr>
              <a:t>library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(ggplot2)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758880" y="125316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58880" y="151992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069920" y="1796400"/>
            <a:ext cx="32695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4758AB"/>
                </a:solidFill>
                <a:effectLst/>
                <a:uFillTx/>
                <a:latin typeface="Menlo"/>
                <a:ea typeface="Menlo"/>
              </a:rPr>
              <a:t>ggplot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(mtcars, </a:t>
            </a:r>
            <a:r>
              <a:rPr lang="en-US" sz="1650" b="0" u="none" strike="noStrike">
                <a:solidFill>
                  <a:srgbClr val="4758AB"/>
                </a:solidFill>
                <a:effectLst/>
                <a:uFillTx/>
                <a:latin typeface="Menlo"/>
                <a:ea typeface="Menlo"/>
              </a:rPr>
              <a:t>aes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n-US" sz="1650" b="0" u="none" strike="noStrike">
                <a:solidFill>
                  <a:srgbClr val="657422"/>
                </a:solidFill>
                <a:effectLst/>
                <a:uFillTx/>
                <a:latin typeface="Menlo"/>
                <a:ea typeface="Menlo"/>
              </a:rPr>
              <a:t>x =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wt,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58880" y="179640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069920" y="2072520"/>
            <a:ext cx="3394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                 </a:t>
            </a:r>
            <a:r>
              <a:rPr lang="en-US" sz="1650" b="0" u="none" strike="noStrike">
                <a:solidFill>
                  <a:srgbClr val="657422"/>
                </a:solidFill>
                <a:effectLst/>
                <a:uFillTx/>
                <a:latin typeface="Menlo"/>
                <a:ea typeface="Menlo"/>
              </a:rPr>
              <a:t>y =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mpg,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758880" y="207252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069920" y="2339280"/>
            <a:ext cx="43999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                 </a:t>
            </a:r>
            <a:r>
              <a:rPr lang="en-US" sz="1650" b="0" u="none" strike="noStrike">
                <a:solidFill>
                  <a:srgbClr val="657422"/>
                </a:solidFill>
                <a:effectLst/>
                <a:uFillTx/>
                <a:latin typeface="Menlo"/>
                <a:ea typeface="Menlo"/>
              </a:rPr>
              <a:t>color =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1650" b="0" u="none" strike="noStrike">
                <a:solidFill>
                  <a:srgbClr val="4758AB"/>
                </a:solidFill>
                <a:effectLst/>
                <a:uFillTx/>
                <a:latin typeface="Menlo"/>
                <a:ea typeface="Menlo"/>
              </a:rPr>
              <a:t>factor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(c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758880" y="233928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069920" y="2615400"/>
            <a:ext cx="3017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n-US" sz="1650" b="0" u="none" strike="noStrike">
                <a:solidFill>
                  <a:srgbClr val="4758AB"/>
                </a:solidFill>
                <a:effectLst/>
                <a:uFillTx/>
                <a:latin typeface="Menlo"/>
                <a:ea typeface="Menlo"/>
              </a:rPr>
              <a:t>geom_point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n-US" sz="1650" b="0" u="none" strike="noStrike">
                <a:solidFill>
                  <a:srgbClr val="657422"/>
                </a:solidFill>
                <a:effectLst/>
                <a:uFillTx/>
                <a:latin typeface="Menlo"/>
                <a:ea typeface="Menlo"/>
              </a:rPr>
              <a:t>size =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1650" b="0" u="none" strike="noStrike">
                <a:solidFill>
                  <a:srgbClr val="AD0000"/>
                </a:solidFill>
                <a:effectLst/>
                <a:uFillTx/>
                <a:latin typeface="Menlo"/>
                <a:ea typeface="Menlo"/>
              </a:rPr>
              <a:t>3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) </a:t>
            </a:r>
            <a:r>
              <a:rPr lang="en-US" sz="1650" b="0" u="none" strike="noStrike">
                <a:solidFill>
                  <a:srgbClr val="5E5E5E"/>
                </a:solidFill>
                <a:effectLst/>
                <a:uFillTx/>
                <a:latin typeface="Menlo"/>
                <a:ea typeface="Menlo"/>
              </a:rPr>
              <a:t>+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758880" y="261540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6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069920" y="2882160"/>
            <a:ext cx="38973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n-US" sz="1650" b="0" u="none" strike="noStrike">
                <a:solidFill>
                  <a:srgbClr val="4758AB"/>
                </a:solidFill>
                <a:effectLst/>
                <a:uFillTx/>
                <a:latin typeface="Menlo"/>
                <a:ea typeface="Menlo"/>
              </a:rPr>
              <a:t>labs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n-US" sz="1650" b="0" u="none" strike="noStrike">
                <a:solidFill>
                  <a:srgbClr val="657422"/>
                </a:solidFill>
                <a:effectLst/>
                <a:uFillTx/>
                <a:latin typeface="Menlo"/>
                <a:ea typeface="Menlo"/>
              </a:rPr>
              <a:t>title =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1650" b="0" u="none" strike="noStrike">
                <a:solidFill>
                  <a:srgbClr val="20794D"/>
                </a:solidFill>
                <a:effectLst/>
                <a:uFillTx/>
                <a:latin typeface="Menlo"/>
                <a:ea typeface="Menlo"/>
              </a:rPr>
              <a:t>"MPG vs Weight"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58880" y="288216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7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069920" y="3158280"/>
            <a:ext cx="38973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     </a:t>
            </a:r>
            <a:r>
              <a:rPr lang="en-US" sz="1650" b="0" u="none" strike="noStrike">
                <a:solidFill>
                  <a:srgbClr val="657422"/>
                </a:solidFill>
                <a:effectLst/>
                <a:uFillTx/>
                <a:latin typeface="Menlo"/>
                <a:ea typeface="Menlo"/>
              </a:rPr>
              <a:t>x =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1650" b="0" u="none" strike="noStrike">
                <a:solidFill>
                  <a:srgbClr val="20794D"/>
                </a:solidFill>
                <a:effectLst/>
                <a:uFillTx/>
                <a:latin typeface="Menlo"/>
                <a:ea typeface="Menlo"/>
              </a:rPr>
              <a:t>"Weight (1000 lbs)"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758880" y="315828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8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069920" y="3434400"/>
            <a:ext cx="37717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     </a:t>
            </a:r>
            <a:r>
              <a:rPr lang="en-US" sz="1650" b="0" u="none" strike="noStrike">
                <a:solidFill>
                  <a:srgbClr val="657422"/>
                </a:solidFill>
                <a:effectLst/>
                <a:uFillTx/>
                <a:latin typeface="Menlo"/>
                <a:ea typeface="Menlo"/>
              </a:rPr>
              <a:t>y =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1650" b="0" u="none" strike="noStrike">
                <a:solidFill>
                  <a:srgbClr val="20794D"/>
                </a:solidFill>
                <a:effectLst/>
                <a:uFillTx/>
                <a:latin typeface="Menlo"/>
                <a:ea typeface="Menlo"/>
              </a:rPr>
              <a:t>"Miles per Gallon"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58880" y="343440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9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069920" y="3701160"/>
            <a:ext cx="36457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     </a:t>
            </a:r>
            <a:r>
              <a:rPr lang="en-US" sz="1650" b="0" u="none" strike="noStrike">
                <a:solidFill>
                  <a:srgbClr val="657422"/>
                </a:solidFill>
                <a:effectLst/>
                <a:uFillTx/>
                <a:latin typeface="Menlo"/>
                <a:ea typeface="Menlo"/>
              </a:rPr>
              <a:t>color =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1650" b="0" u="none" strike="noStrike">
                <a:solidFill>
                  <a:srgbClr val="20794D"/>
                </a:solidFill>
                <a:effectLst/>
                <a:uFillTx/>
                <a:latin typeface="Menlo"/>
                <a:ea typeface="Menlo"/>
              </a:rPr>
              <a:t>"Cylinders"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) </a:t>
            </a:r>
            <a:r>
              <a:rPr lang="en-US" sz="1650" b="0" u="none" strike="noStrike">
                <a:solidFill>
                  <a:srgbClr val="5E5E5E"/>
                </a:solidFill>
                <a:effectLst/>
                <a:uFillTx/>
                <a:latin typeface="Menlo"/>
                <a:ea typeface="Menlo"/>
              </a:rPr>
              <a:t>+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32520" y="3701160"/>
            <a:ext cx="2520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10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069920" y="3977640"/>
            <a:ext cx="21373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n-US" sz="1650" b="0" u="none" strike="noStrike">
                <a:solidFill>
                  <a:srgbClr val="4758AB"/>
                </a:solidFill>
                <a:effectLst/>
                <a:uFillTx/>
                <a:latin typeface="Menlo"/>
                <a:ea typeface="Menlo"/>
              </a:rPr>
              <a:t>theme_minimal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()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632520" y="3977640"/>
            <a:ext cx="2520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11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0784160" y="7059960"/>
            <a:ext cx="132840" cy="13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6E6E6E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>
            <a:off x="0" y="0"/>
            <a:ext cx="10997280" cy="7324920"/>
          </a:xfrm>
          <a:custGeom>
            <a:avLst/>
            <a:gdLst/>
            <a:ahLst/>
            <a:rect l="0" t="0" r="r" b="b"/>
            <a:pathLst>
              <a:path w="30548" h="20347">
                <a:moveTo>
                  <a:pt x="0" y="0"/>
                </a:moveTo>
                <a:lnTo>
                  <a:pt x="30548" y="0"/>
                </a:lnTo>
                <a:lnTo>
                  <a:pt x="30548" y="20347"/>
                </a:lnTo>
                <a:lnTo>
                  <a:pt x="0" y="203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5771880" y="1276200"/>
            <a:ext cx="4524840" cy="2534040"/>
          </a:xfrm>
          <a:custGeom>
            <a:avLst/>
            <a:gdLst/>
            <a:ahLst/>
            <a:rect l="0" t="0" r="r" b="b"/>
            <a:pathLst>
              <a:path w="12569" h="7039">
                <a:moveTo>
                  <a:pt x="0" y="0"/>
                </a:moveTo>
                <a:lnTo>
                  <a:pt x="12569" y="0"/>
                </a:lnTo>
                <a:lnTo>
                  <a:pt x="12569" y="7039"/>
                </a:lnTo>
                <a:lnTo>
                  <a:pt x="0" y="70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5771880" y="1285560"/>
            <a:ext cx="4524840" cy="305280"/>
          </a:xfrm>
          <a:custGeom>
            <a:avLst/>
            <a:gdLst/>
            <a:ahLst/>
            <a:rect l="0" t="0" r="r" b="b"/>
            <a:pathLst>
              <a:path w="12569" h="848">
                <a:moveTo>
                  <a:pt x="0" y="0"/>
                </a:moveTo>
                <a:lnTo>
                  <a:pt x="12569" y="0"/>
                </a:lnTo>
                <a:lnTo>
                  <a:pt x="12569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5771880" y="1285560"/>
            <a:ext cx="4524840" cy="305280"/>
          </a:xfrm>
          <a:custGeom>
            <a:avLst/>
            <a:gdLst/>
            <a:ahLst/>
            <a:rect l="0" t="0" r="r" b="b"/>
            <a:pathLst>
              <a:path w="12569" h="848">
                <a:moveTo>
                  <a:pt x="0" y="0"/>
                </a:moveTo>
                <a:lnTo>
                  <a:pt x="12569" y="0"/>
                </a:lnTo>
                <a:lnTo>
                  <a:pt x="12569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5771880" y="1590480"/>
            <a:ext cx="4524840" cy="238320"/>
          </a:xfrm>
          <a:custGeom>
            <a:avLst/>
            <a:gdLst/>
            <a:ahLst/>
            <a:rect l="0" t="0" r="r" b="b"/>
            <a:pathLst>
              <a:path w="12569" h="662">
                <a:moveTo>
                  <a:pt x="0" y="0"/>
                </a:moveTo>
                <a:lnTo>
                  <a:pt x="12569" y="0"/>
                </a:lnTo>
                <a:lnTo>
                  <a:pt x="12569" y="662"/>
                </a:lnTo>
                <a:lnTo>
                  <a:pt x="0" y="6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5771880" y="1590480"/>
            <a:ext cx="4524840" cy="238320"/>
          </a:xfrm>
          <a:custGeom>
            <a:avLst/>
            <a:gdLst/>
            <a:ahLst/>
            <a:rect l="0" t="0" r="r" b="b"/>
            <a:pathLst>
              <a:path w="12569" h="662">
                <a:moveTo>
                  <a:pt x="0" y="0"/>
                </a:moveTo>
                <a:lnTo>
                  <a:pt x="12569" y="0"/>
                </a:lnTo>
                <a:lnTo>
                  <a:pt x="12569" y="662"/>
                </a:lnTo>
                <a:lnTo>
                  <a:pt x="0" y="6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5771880" y="1838160"/>
            <a:ext cx="419400" cy="276480"/>
          </a:xfrm>
          <a:custGeom>
            <a:avLst/>
            <a:gdLst/>
            <a:ahLst/>
            <a:rect l="0" t="0" r="r" b="b"/>
            <a:pathLst>
              <a:path w="1165" h="768">
                <a:moveTo>
                  <a:pt x="0" y="0"/>
                </a:moveTo>
                <a:lnTo>
                  <a:pt x="1165" y="0"/>
                </a:lnTo>
                <a:lnTo>
                  <a:pt x="1165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6190920" y="1838160"/>
            <a:ext cx="286200" cy="276480"/>
          </a:xfrm>
          <a:custGeom>
            <a:avLst/>
            <a:gdLst/>
            <a:ahLst/>
            <a:rect l="0" t="0" r="r" b="b"/>
            <a:pathLst>
              <a:path w="795" h="768">
                <a:moveTo>
                  <a:pt x="0" y="0"/>
                </a:moveTo>
                <a:lnTo>
                  <a:pt x="795" y="0"/>
                </a:lnTo>
                <a:lnTo>
                  <a:pt x="795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6476760" y="1838160"/>
            <a:ext cx="514800" cy="276480"/>
          </a:xfrm>
          <a:custGeom>
            <a:avLst/>
            <a:gdLst/>
            <a:ahLst/>
            <a:rect l="0" t="0" r="r" b="b"/>
            <a:pathLst>
              <a:path w="1430" h="768">
                <a:moveTo>
                  <a:pt x="0" y="0"/>
                </a:moveTo>
                <a:lnTo>
                  <a:pt x="1430" y="0"/>
                </a:lnTo>
                <a:lnTo>
                  <a:pt x="1430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6991200" y="1838160"/>
            <a:ext cx="505080" cy="276480"/>
          </a:xfrm>
          <a:custGeom>
            <a:avLst/>
            <a:gdLst/>
            <a:ahLst/>
            <a:rect l="0" t="0" r="r" b="b"/>
            <a:pathLst>
              <a:path w="1403" h="768">
                <a:moveTo>
                  <a:pt x="0" y="0"/>
                </a:moveTo>
                <a:lnTo>
                  <a:pt x="1403" y="0"/>
                </a:lnTo>
                <a:lnTo>
                  <a:pt x="1403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7495920" y="1838160"/>
            <a:ext cx="419400" cy="276480"/>
          </a:xfrm>
          <a:custGeom>
            <a:avLst/>
            <a:gdLst/>
            <a:ahLst/>
            <a:rect l="0" t="0" r="r" b="b"/>
            <a:pathLst>
              <a:path w="1165" h="768">
                <a:moveTo>
                  <a:pt x="0" y="0"/>
                </a:moveTo>
                <a:lnTo>
                  <a:pt x="1165" y="0"/>
                </a:lnTo>
                <a:lnTo>
                  <a:pt x="1165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7914960" y="1838160"/>
            <a:ext cx="514800" cy="276480"/>
          </a:xfrm>
          <a:custGeom>
            <a:avLst/>
            <a:gdLst/>
            <a:ahLst/>
            <a:rect l="0" t="0" r="r" b="b"/>
            <a:pathLst>
              <a:path w="1430" h="768">
                <a:moveTo>
                  <a:pt x="0" y="0"/>
                </a:moveTo>
                <a:lnTo>
                  <a:pt x="1430" y="0"/>
                </a:lnTo>
                <a:lnTo>
                  <a:pt x="1430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8429400" y="1838160"/>
            <a:ext cx="505080" cy="276480"/>
          </a:xfrm>
          <a:custGeom>
            <a:avLst/>
            <a:gdLst/>
            <a:ahLst/>
            <a:rect l="0" t="0" r="r" b="b"/>
            <a:pathLst>
              <a:path w="1403" h="768">
                <a:moveTo>
                  <a:pt x="0" y="0"/>
                </a:moveTo>
                <a:lnTo>
                  <a:pt x="1403" y="0"/>
                </a:lnTo>
                <a:lnTo>
                  <a:pt x="1403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8934120" y="1838160"/>
            <a:ext cx="248040" cy="276480"/>
          </a:xfrm>
          <a:custGeom>
            <a:avLst/>
            <a:gdLst/>
            <a:ahLst/>
            <a:rect l="0" t="0" r="r" b="b"/>
            <a:pathLst>
              <a:path w="689" h="768">
                <a:moveTo>
                  <a:pt x="0" y="0"/>
                </a:moveTo>
                <a:lnTo>
                  <a:pt x="689" y="0"/>
                </a:lnTo>
                <a:lnTo>
                  <a:pt x="689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9181800" y="1838160"/>
            <a:ext cx="305280" cy="276480"/>
          </a:xfrm>
          <a:custGeom>
            <a:avLst/>
            <a:gdLst/>
            <a:ahLst/>
            <a:rect l="0" t="0" r="r" b="b"/>
            <a:pathLst>
              <a:path w="848" h="768">
                <a:moveTo>
                  <a:pt x="0" y="0"/>
                </a:moveTo>
                <a:lnTo>
                  <a:pt x="848" y="0"/>
                </a:lnTo>
                <a:lnTo>
                  <a:pt x="84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9486720" y="1838160"/>
            <a:ext cx="410040" cy="276480"/>
          </a:xfrm>
          <a:custGeom>
            <a:avLst/>
            <a:gdLst/>
            <a:ahLst/>
            <a:rect l="0" t="0" r="r" b="b"/>
            <a:pathLst>
              <a:path w="1139" h="768">
                <a:moveTo>
                  <a:pt x="0" y="0"/>
                </a:moveTo>
                <a:lnTo>
                  <a:pt x="1139" y="0"/>
                </a:lnTo>
                <a:lnTo>
                  <a:pt x="1139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9896400" y="1838160"/>
            <a:ext cx="400320" cy="276480"/>
          </a:xfrm>
          <a:custGeom>
            <a:avLst/>
            <a:gdLst/>
            <a:ahLst/>
            <a:rect l="0" t="0" r="r" b="b"/>
            <a:pathLst>
              <a:path w="1112" h="768">
                <a:moveTo>
                  <a:pt x="0" y="0"/>
                </a:moveTo>
                <a:lnTo>
                  <a:pt x="1112" y="0"/>
                </a:lnTo>
                <a:lnTo>
                  <a:pt x="1112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5771880" y="1276200"/>
            <a:ext cx="419400" cy="19440"/>
          </a:xfrm>
          <a:custGeom>
            <a:avLst/>
            <a:gdLst/>
            <a:ahLst/>
            <a:rect l="0" t="0" r="r" b="b"/>
            <a:pathLst>
              <a:path w="1165" h="54">
                <a:moveTo>
                  <a:pt x="0" y="0"/>
                </a:moveTo>
                <a:lnTo>
                  <a:pt x="1165" y="0"/>
                </a:lnTo>
                <a:lnTo>
                  <a:pt x="116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6190920" y="1276200"/>
            <a:ext cx="286200" cy="19440"/>
          </a:xfrm>
          <a:custGeom>
            <a:avLst/>
            <a:gdLst/>
            <a:ahLst/>
            <a:rect l="0" t="0" r="r" b="b"/>
            <a:pathLst>
              <a:path w="795" h="54">
                <a:moveTo>
                  <a:pt x="0" y="0"/>
                </a:moveTo>
                <a:lnTo>
                  <a:pt x="795" y="0"/>
                </a:lnTo>
                <a:lnTo>
                  <a:pt x="79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6476760" y="1276200"/>
            <a:ext cx="514800" cy="19440"/>
          </a:xfrm>
          <a:custGeom>
            <a:avLst/>
            <a:gdLst/>
            <a:ahLst/>
            <a:rect l="0" t="0" r="r" b="b"/>
            <a:pathLst>
              <a:path w="1430" h="54">
                <a:moveTo>
                  <a:pt x="0" y="0"/>
                </a:moveTo>
                <a:lnTo>
                  <a:pt x="1430" y="0"/>
                </a:lnTo>
                <a:lnTo>
                  <a:pt x="143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991200" y="1276200"/>
            <a:ext cx="505080" cy="19440"/>
          </a:xfrm>
          <a:custGeom>
            <a:avLst/>
            <a:gdLst/>
            <a:ahLst/>
            <a:rect l="0" t="0" r="r" b="b"/>
            <a:pathLst>
              <a:path w="1403" h="54">
                <a:moveTo>
                  <a:pt x="0" y="0"/>
                </a:moveTo>
                <a:lnTo>
                  <a:pt x="1403" y="0"/>
                </a:lnTo>
                <a:lnTo>
                  <a:pt x="140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7495920" y="1276200"/>
            <a:ext cx="419400" cy="19440"/>
          </a:xfrm>
          <a:custGeom>
            <a:avLst/>
            <a:gdLst/>
            <a:ahLst/>
            <a:rect l="0" t="0" r="r" b="b"/>
            <a:pathLst>
              <a:path w="1165" h="54">
                <a:moveTo>
                  <a:pt x="0" y="0"/>
                </a:moveTo>
                <a:lnTo>
                  <a:pt x="1165" y="0"/>
                </a:lnTo>
                <a:lnTo>
                  <a:pt x="116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7914960" y="1276200"/>
            <a:ext cx="514800" cy="19440"/>
          </a:xfrm>
          <a:custGeom>
            <a:avLst/>
            <a:gdLst/>
            <a:ahLst/>
            <a:rect l="0" t="0" r="r" b="b"/>
            <a:pathLst>
              <a:path w="1430" h="54">
                <a:moveTo>
                  <a:pt x="0" y="0"/>
                </a:moveTo>
                <a:lnTo>
                  <a:pt x="1430" y="0"/>
                </a:lnTo>
                <a:lnTo>
                  <a:pt x="143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8429400" y="1276200"/>
            <a:ext cx="505080" cy="19440"/>
          </a:xfrm>
          <a:custGeom>
            <a:avLst/>
            <a:gdLst/>
            <a:ahLst/>
            <a:rect l="0" t="0" r="r" b="b"/>
            <a:pathLst>
              <a:path w="1403" h="54">
                <a:moveTo>
                  <a:pt x="0" y="0"/>
                </a:moveTo>
                <a:lnTo>
                  <a:pt x="1403" y="0"/>
                </a:lnTo>
                <a:lnTo>
                  <a:pt x="140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8934120" y="1276200"/>
            <a:ext cx="248040" cy="19440"/>
          </a:xfrm>
          <a:custGeom>
            <a:avLst/>
            <a:gdLst/>
            <a:ahLst/>
            <a:rect l="0" t="0" r="r" b="b"/>
            <a:pathLst>
              <a:path w="689" h="54">
                <a:moveTo>
                  <a:pt x="0" y="0"/>
                </a:moveTo>
                <a:lnTo>
                  <a:pt x="689" y="0"/>
                </a:lnTo>
                <a:lnTo>
                  <a:pt x="68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9181800" y="1276200"/>
            <a:ext cx="305280" cy="19440"/>
          </a:xfrm>
          <a:custGeom>
            <a:avLst/>
            <a:gdLst/>
            <a:ahLst/>
            <a:rect l="0" t="0" r="r" b="b"/>
            <a:pathLst>
              <a:path w="848" h="54">
                <a:moveTo>
                  <a:pt x="0" y="0"/>
                </a:moveTo>
                <a:lnTo>
                  <a:pt x="848" y="0"/>
                </a:lnTo>
                <a:lnTo>
                  <a:pt x="84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9486720" y="1276200"/>
            <a:ext cx="410040" cy="19440"/>
          </a:xfrm>
          <a:custGeom>
            <a:avLst/>
            <a:gdLst/>
            <a:ahLst/>
            <a:rect l="0" t="0" r="r" b="b"/>
            <a:pathLst>
              <a:path w="1139" h="54">
                <a:moveTo>
                  <a:pt x="0" y="0"/>
                </a:moveTo>
                <a:lnTo>
                  <a:pt x="1139" y="0"/>
                </a:lnTo>
                <a:lnTo>
                  <a:pt x="113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9896400" y="1276200"/>
            <a:ext cx="400320" cy="19440"/>
          </a:xfrm>
          <a:custGeom>
            <a:avLst/>
            <a:gdLst/>
            <a:ahLst/>
            <a:rect l="0" t="0" r="r" b="b"/>
            <a:pathLst>
              <a:path w="1112" h="54">
                <a:moveTo>
                  <a:pt x="0" y="0"/>
                </a:moveTo>
                <a:lnTo>
                  <a:pt x="1112" y="0"/>
                </a:lnTo>
                <a:lnTo>
                  <a:pt x="111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5771880" y="1819080"/>
            <a:ext cx="419400" cy="19440"/>
          </a:xfrm>
          <a:custGeom>
            <a:avLst/>
            <a:gdLst/>
            <a:ahLst/>
            <a:rect l="0" t="0" r="r" b="b"/>
            <a:pathLst>
              <a:path w="1165" h="54">
                <a:moveTo>
                  <a:pt x="0" y="0"/>
                </a:moveTo>
                <a:lnTo>
                  <a:pt x="1165" y="0"/>
                </a:lnTo>
                <a:lnTo>
                  <a:pt x="116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6190920" y="1819080"/>
            <a:ext cx="286200" cy="19440"/>
          </a:xfrm>
          <a:custGeom>
            <a:avLst/>
            <a:gdLst/>
            <a:ahLst/>
            <a:rect l="0" t="0" r="r" b="b"/>
            <a:pathLst>
              <a:path w="795" h="54">
                <a:moveTo>
                  <a:pt x="0" y="0"/>
                </a:moveTo>
                <a:lnTo>
                  <a:pt x="795" y="0"/>
                </a:lnTo>
                <a:lnTo>
                  <a:pt x="79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6476760" y="1819080"/>
            <a:ext cx="514800" cy="19440"/>
          </a:xfrm>
          <a:custGeom>
            <a:avLst/>
            <a:gdLst/>
            <a:ahLst/>
            <a:rect l="0" t="0" r="r" b="b"/>
            <a:pathLst>
              <a:path w="1430" h="54">
                <a:moveTo>
                  <a:pt x="0" y="0"/>
                </a:moveTo>
                <a:lnTo>
                  <a:pt x="1430" y="0"/>
                </a:lnTo>
                <a:lnTo>
                  <a:pt x="143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6991200" y="1819080"/>
            <a:ext cx="505080" cy="19440"/>
          </a:xfrm>
          <a:custGeom>
            <a:avLst/>
            <a:gdLst/>
            <a:ahLst/>
            <a:rect l="0" t="0" r="r" b="b"/>
            <a:pathLst>
              <a:path w="1403" h="54">
                <a:moveTo>
                  <a:pt x="0" y="0"/>
                </a:moveTo>
                <a:lnTo>
                  <a:pt x="1403" y="0"/>
                </a:lnTo>
                <a:lnTo>
                  <a:pt x="140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7495920" y="1819080"/>
            <a:ext cx="419400" cy="19440"/>
          </a:xfrm>
          <a:custGeom>
            <a:avLst/>
            <a:gdLst/>
            <a:ahLst/>
            <a:rect l="0" t="0" r="r" b="b"/>
            <a:pathLst>
              <a:path w="1165" h="54">
                <a:moveTo>
                  <a:pt x="0" y="0"/>
                </a:moveTo>
                <a:lnTo>
                  <a:pt x="1165" y="0"/>
                </a:lnTo>
                <a:lnTo>
                  <a:pt x="116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914960" y="1819080"/>
            <a:ext cx="514800" cy="19440"/>
          </a:xfrm>
          <a:custGeom>
            <a:avLst/>
            <a:gdLst/>
            <a:ahLst/>
            <a:rect l="0" t="0" r="r" b="b"/>
            <a:pathLst>
              <a:path w="1430" h="54">
                <a:moveTo>
                  <a:pt x="0" y="0"/>
                </a:moveTo>
                <a:lnTo>
                  <a:pt x="1430" y="0"/>
                </a:lnTo>
                <a:lnTo>
                  <a:pt x="143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8429400" y="1819080"/>
            <a:ext cx="505080" cy="19440"/>
          </a:xfrm>
          <a:custGeom>
            <a:avLst/>
            <a:gdLst/>
            <a:ahLst/>
            <a:rect l="0" t="0" r="r" b="b"/>
            <a:pathLst>
              <a:path w="1403" h="54">
                <a:moveTo>
                  <a:pt x="0" y="0"/>
                </a:moveTo>
                <a:lnTo>
                  <a:pt x="1403" y="0"/>
                </a:lnTo>
                <a:lnTo>
                  <a:pt x="140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8934120" y="1819080"/>
            <a:ext cx="248040" cy="19440"/>
          </a:xfrm>
          <a:custGeom>
            <a:avLst/>
            <a:gdLst/>
            <a:ahLst/>
            <a:rect l="0" t="0" r="r" b="b"/>
            <a:pathLst>
              <a:path w="689" h="54">
                <a:moveTo>
                  <a:pt x="0" y="0"/>
                </a:moveTo>
                <a:lnTo>
                  <a:pt x="689" y="0"/>
                </a:lnTo>
                <a:lnTo>
                  <a:pt x="68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9181800" y="1819080"/>
            <a:ext cx="305280" cy="19440"/>
          </a:xfrm>
          <a:custGeom>
            <a:avLst/>
            <a:gdLst/>
            <a:ahLst/>
            <a:rect l="0" t="0" r="r" b="b"/>
            <a:pathLst>
              <a:path w="848" h="54">
                <a:moveTo>
                  <a:pt x="0" y="0"/>
                </a:moveTo>
                <a:lnTo>
                  <a:pt x="848" y="0"/>
                </a:lnTo>
                <a:lnTo>
                  <a:pt x="84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9486720" y="1819080"/>
            <a:ext cx="410040" cy="19440"/>
          </a:xfrm>
          <a:custGeom>
            <a:avLst/>
            <a:gdLst/>
            <a:ahLst/>
            <a:rect l="0" t="0" r="r" b="b"/>
            <a:pathLst>
              <a:path w="1139" h="54">
                <a:moveTo>
                  <a:pt x="0" y="0"/>
                </a:moveTo>
                <a:lnTo>
                  <a:pt x="1139" y="0"/>
                </a:lnTo>
                <a:lnTo>
                  <a:pt x="113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9896400" y="1819080"/>
            <a:ext cx="400320" cy="19440"/>
          </a:xfrm>
          <a:custGeom>
            <a:avLst/>
            <a:gdLst/>
            <a:ahLst/>
            <a:rect l="0" t="0" r="r" b="b"/>
            <a:pathLst>
              <a:path w="1112" h="54">
                <a:moveTo>
                  <a:pt x="0" y="0"/>
                </a:moveTo>
                <a:lnTo>
                  <a:pt x="1112" y="0"/>
                </a:lnTo>
                <a:lnTo>
                  <a:pt x="111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771880" y="2114280"/>
            <a:ext cx="419400" cy="19440"/>
          </a:xfrm>
          <a:custGeom>
            <a:avLst/>
            <a:gdLst/>
            <a:ahLst/>
            <a:rect l="0" t="0" r="r" b="b"/>
            <a:pathLst>
              <a:path w="1165" h="54">
                <a:moveTo>
                  <a:pt x="0" y="0"/>
                </a:moveTo>
                <a:lnTo>
                  <a:pt x="1165" y="0"/>
                </a:lnTo>
                <a:lnTo>
                  <a:pt x="116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6190920" y="2114280"/>
            <a:ext cx="286200" cy="19440"/>
          </a:xfrm>
          <a:custGeom>
            <a:avLst/>
            <a:gdLst/>
            <a:ahLst/>
            <a:rect l="0" t="0" r="r" b="b"/>
            <a:pathLst>
              <a:path w="795" h="54">
                <a:moveTo>
                  <a:pt x="0" y="0"/>
                </a:moveTo>
                <a:lnTo>
                  <a:pt x="795" y="0"/>
                </a:lnTo>
                <a:lnTo>
                  <a:pt x="79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476760" y="2114280"/>
            <a:ext cx="514800" cy="19440"/>
          </a:xfrm>
          <a:custGeom>
            <a:avLst/>
            <a:gdLst/>
            <a:ahLst/>
            <a:rect l="0" t="0" r="r" b="b"/>
            <a:pathLst>
              <a:path w="1430" h="54">
                <a:moveTo>
                  <a:pt x="0" y="0"/>
                </a:moveTo>
                <a:lnTo>
                  <a:pt x="1430" y="0"/>
                </a:lnTo>
                <a:lnTo>
                  <a:pt x="143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991200" y="2114280"/>
            <a:ext cx="505080" cy="19440"/>
          </a:xfrm>
          <a:custGeom>
            <a:avLst/>
            <a:gdLst/>
            <a:ahLst/>
            <a:rect l="0" t="0" r="r" b="b"/>
            <a:pathLst>
              <a:path w="1403" h="54">
                <a:moveTo>
                  <a:pt x="0" y="0"/>
                </a:moveTo>
                <a:lnTo>
                  <a:pt x="1403" y="0"/>
                </a:lnTo>
                <a:lnTo>
                  <a:pt x="140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7495920" y="2114280"/>
            <a:ext cx="419400" cy="19440"/>
          </a:xfrm>
          <a:custGeom>
            <a:avLst/>
            <a:gdLst/>
            <a:ahLst/>
            <a:rect l="0" t="0" r="r" b="b"/>
            <a:pathLst>
              <a:path w="1165" h="54">
                <a:moveTo>
                  <a:pt x="0" y="0"/>
                </a:moveTo>
                <a:lnTo>
                  <a:pt x="1165" y="0"/>
                </a:lnTo>
                <a:lnTo>
                  <a:pt x="116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7914960" y="2114280"/>
            <a:ext cx="514800" cy="19440"/>
          </a:xfrm>
          <a:custGeom>
            <a:avLst/>
            <a:gdLst/>
            <a:ahLst/>
            <a:rect l="0" t="0" r="r" b="b"/>
            <a:pathLst>
              <a:path w="1430" h="54">
                <a:moveTo>
                  <a:pt x="0" y="0"/>
                </a:moveTo>
                <a:lnTo>
                  <a:pt x="1430" y="0"/>
                </a:lnTo>
                <a:lnTo>
                  <a:pt x="143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8429400" y="2114280"/>
            <a:ext cx="505080" cy="19440"/>
          </a:xfrm>
          <a:custGeom>
            <a:avLst/>
            <a:gdLst/>
            <a:ahLst/>
            <a:rect l="0" t="0" r="r" b="b"/>
            <a:pathLst>
              <a:path w="1403" h="54">
                <a:moveTo>
                  <a:pt x="0" y="0"/>
                </a:moveTo>
                <a:lnTo>
                  <a:pt x="1403" y="0"/>
                </a:lnTo>
                <a:lnTo>
                  <a:pt x="140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8934120" y="2114280"/>
            <a:ext cx="248040" cy="19440"/>
          </a:xfrm>
          <a:custGeom>
            <a:avLst/>
            <a:gdLst/>
            <a:ahLst/>
            <a:rect l="0" t="0" r="r" b="b"/>
            <a:pathLst>
              <a:path w="689" h="54">
                <a:moveTo>
                  <a:pt x="0" y="0"/>
                </a:moveTo>
                <a:lnTo>
                  <a:pt x="689" y="0"/>
                </a:lnTo>
                <a:lnTo>
                  <a:pt x="68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9181800" y="2114280"/>
            <a:ext cx="305280" cy="19440"/>
          </a:xfrm>
          <a:custGeom>
            <a:avLst/>
            <a:gdLst/>
            <a:ahLst/>
            <a:rect l="0" t="0" r="r" b="b"/>
            <a:pathLst>
              <a:path w="848" h="54">
                <a:moveTo>
                  <a:pt x="0" y="0"/>
                </a:moveTo>
                <a:lnTo>
                  <a:pt x="848" y="0"/>
                </a:lnTo>
                <a:lnTo>
                  <a:pt x="84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9486720" y="2114280"/>
            <a:ext cx="410040" cy="19440"/>
          </a:xfrm>
          <a:custGeom>
            <a:avLst/>
            <a:gdLst/>
            <a:ahLst/>
            <a:rect l="0" t="0" r="r" b="b"/>
            <a:pathLst>
              <a:path w="1139" h="54">
                <a:moveTo>
                  <a:pt x="0" y="0"/>
                </a:moveTo>
                <a:lnTo>
                  <a:pt x="1139" y="0"/>
                </a:lnTo>
                <a:lnTo>
                  <a:pt x="113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9896400" y="2114280"/>
            <a:ext cx="400320" cy="19440"/>
          </a:xfrm>
          <a:custGeom>
            <a:avLst/>
            <a:gdLst/>
            <a:ahLst/>
            <a:rect l="0" t="0" r="r" b="b"/>
            <a:pathLst>
              <a:path w="1112" h="54">
                <a:moveTo>
                  <a:pt x="0" y="0"/>
                </a:moveTo>
                <a:lnTo>
                  <a:pt x="1112" y="0"/>
                </a:lnTo>
                <a:lnTo>
                  <a:pt x="111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5771880" y="2457360"/>
            <a:ext cx="419400" cy="9720"/>
          </a:xfrm>
          <a:custGeom>
            <a:avLst/>
            <a:gdLst/>
            <a:ahLst/>
            <a:rect l="0" t="0" r="r" b="b"/>
            <a:pathLst>
              <a:path w="1165" h="27">
                <a:moveTo>
                  <a:pt x="0" y="0"/>
                </a:moveTo>
                <a:lnTo>
                  <a:pt x="1165" y="0"/>
                </a:lnTo>
                <a:lnTo>
                  <a:pt x="1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6190920" y="2457360"/>
            <a:ext cx="286200" cy="9720"/>
          </a:xfrm>
          <a:custGeom>
            <a:avLst/>
            <a:gdLst/>
            <a:ahLst/>
            <a:rect l="0" t="0" r="r" b="b"/>
            <a:pathLst>
              <a:path w="795" h="27">
                <a:moveTo>
                  <a:pt x="0" y="0"/>
                </a:moveTo>
                <a:lnTo>
                  <a:pt x="795" y="0"/>
                </a:lnTo>
                <a:lnTo>
                  <a:pt x="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6476760" y="2457360"/>
            <a:ext cx="514800" cy="9720"/>
          </a:xfrm>
          <a:custGeom>
            <a:avLst/>
            <a:gdLst/>
            <a:ahLst/>
            <a:rect l="0" t="0" r="r" b="b"/>
            <a:pathLst>
              <a:path w="1430" h="27">
                <a:moveTo>
                  <a:pt x="0" y="0"/>
                </a:moveTo>
                <a:lnTo>
                  <a:pt x="1430" y="0"/>
                </a:lnTo>
                <a:lnTo>
                  <a:pt x="14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6991200" y="2457360"/>
            <a:ext cx="505080" cy="9720"/>
          </a:xfrm>
          <a:custGeom>
            <a:avLst/>
            <a:gdLst/>
            <a:ahLst/>
            <a:rect l="0" t="0" r="r" b="b"/>
            <a:pathLst>
              <a:path w="1403" h="27">
                <a:moveTo>
                  <a:pt x="0" y="0"/>
                </a:moveTo>
                <a:lnTo>
                  <a:pt x="1403" y="0"/>
                </a:lnTo>
                <a:lnTo>
                  <a:pt x="14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7495920" y="2457360"/>
            <a:ext cx="419400" cy="9720"/>
          </a:xfrm>
          <a:custGeom>
            <a:avLst/>
            <a:gdLst/>
            <a:ahLst/>
            <a:rect l="0" t="0" r="r" b="b"/>
            <a:pathLst>
              <a:path w="1165" h="27">
                <a:moveTo>
                  <a:pt x="0" y="0"/>
                </a:moveTo>
                <a:lnTo>
                  <a:pt x="1165" y="0"/>
                </a:lnTo>
                <a:lnTo>
                  <a:pt x="1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7914960" y="2457360"/>
            <a:ext cx="514800" cy="9720"/>
          </a:xfrm>
          <a:custGeom>
            <a:avLst/>
            <a:gdLst/>
            <a:ahLst/>
            <a:rect l="0" t="0" r="r" b="b"/>
            <a:pathLst>
              <a:path w="1430" h="27">
                <a:moveTo>
                  <a:pt x="0" y="0"/>
                </a:moveTo>
                <a:lnTo>
                  <a:pt x="1430" y="0"/>
                </a:lnTo>
                <a:lnTo>
                  <a:pt x="14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8429400" y="2457360"/>
            <a:ext cx="505080" cy="9720"/>
          </a:xfrm>
          <a:custGeom>
            <a:avLst/>
            <a:gdLst/>
            <a:ahLst/>
            <a:rect l="0" t="0" r="r" b="b"/>
            <a:pathLst>
              <a:path w="1403" h="27">
                <a:moveTo>
                  <a:pt x="0" y="0"/>
                </a:moveTo>
                <a:lnTo>
                  <a:pt x="1403" y="0"/>
                </a:lnTo>
                <a:lnTo>
                  <a:pt x="14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8934120" y="2457360"/>
            <a:ext cx="248040" cy="9720"/>
          </a:xfrm>
          <a:custGeom>
            <a:avLst/>
            <a:gdLst/>
            <a:ahLst/>
            <a:rect l="0" t="0" r="r" b="b"/>
            <a:pathLst>
              <a:path w="689" h="27">
                <a:moveTo>
                  <a:pt x="0" y="0"/>
                </a:moveTo>
                <a:lnTo>
                  <a:pt x="689" y="0"/>
                </a:lnTo>
                <a:lnTo>
                  <a:pt x="6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9181800" y="2457360"/>
            <a:ext cx="305280" cy="9720"/>
          </a:xfrm>
          <a:custGeom>
            <a:avLst/>
            <a:gdLst/>
            <a:ahLst/>
            <a:rect l="0" t="0" r="r" b="b"/>
            <a:pathLst>
              <a:path w="848" h="27">
                <a:moveTo>
                  <a:pt x="0" y="0"/>
                </a:moveTo>
                <a:lnTo>
                  <a:pt x="848" y="0"/>
                </a:lnTo>
                <a:lnTo>
                  <a:pt x="8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9486720" y="2457360"/>
            <a:ext cx="410040" cy="9720"/>
          </a:xfrm>
          <a:custGeom>
            <a:avLst/>
            <a:gdLst/>
            <a:ahLst/>
            <a:rect l="0" t="0" r="r" b="b"/>
            <a:pathLst>
              <a:path w="1139" h="27">
                <a:moveTo>
                  <a:pt x="0" y="0"/>
                </a:moveTo>
                <a:lnTo>
                  <a:pt x="1139" y="0"/>
                </a:lnTo>
                <a:lnTo>
                  <a:pt x="1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9896400" y="2457360"/>
            <a:ext cx="400320" cy="9720"/>
          </a:xfrm>
          <a:custGeom>
            <a:avLst/>
            <a:gdLst/>
            <a:ahLst/>
            <a:rect l="0" t="0" r="r" b="b"/>
            <a:pathLst>
              <a:path w="1112" h="27">
                <a:moveTo>
                  <a:pt x="0" y="0"/>
                </a:moveTo>
                <a:lnTo>
                  <a:pt x="1112" y="0"/>
                </a:lnTo>
                <a:lnTo>
                  <a:pt x="11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5771880" y="2790720"/>
            <a:ext cx="419400" cy="9720"/>
          </a:xfrm>
          <a:custGeom>
            <a:avLst/>
            <a:gdLst/>
            <a:ahLst/>
            <a:rect l="0" t="0" r="r" b="b"/>
            <a:pathLst>
              <a:path w="1165" h="27">
                <a:moveTo>
                  <a:pt x="0" y="0"/>
                </a:moveTo>
                <a:lnTo>
                  <a:pt x="1165" y="0"/>
                </a:lnTo>
                <a:lnTo>
                  <a:pt x="1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6190920" y="2790720"/>
            <a:ext cx="286200" cy="9720"/>
          </a:xfrm>
          <a:custGeom>
            <a:avLst/>
            <a:gdLst/>
            <a:ahLst/>
            <a:rect l="0" t="0" r="r" b="b"/>
            <a:pathLst>
              <a:path w="795" h="27">
                <a:moveTo>
                  <a:pt x="0" y="0"/>
                </a:moveTo>
                <a:lnTo>
                  <a:pt x="795" y="0"/>
                </a:lnTo>
                <a:lnTo>
                  <a:pt x="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6476760" y="2790720"/>
            <a:ext cx="514800" cy="9720"/>
          </a:xfrm>
          <a:custGeom>
            <a:avLst/>
            <a:gdLst/>
            <a:ahLst/>
            <a:rect l="0" t="0" r="r" b="b"/>
            <a:pathLst>
              <a:path w="1430" h="27">
                <a:moveTo>
                  <a:pt x="0" y="0"/>
                </a:moveTo>
                <a:lnTo>
                  <a:pt x="1430" y="0"/>
                </a:lnTo>
                <a:lnTo>
                  <a:pt x="14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6991200" y="2790720"/>
            <a:ext cx="505080" cy="9720"/>
          </a:xfrm>
          <a:custGeom>
            <a:avLst/>
            <a:gdLst/>
            <a:ahLst/>
            <a:rect l="0" t="0" r="r" b="b"/>
            <a:pathLst>
              <a:path w="1403" h="27">
                <a:moveTo>
                  <a:pt x="0" y="0"/>
                </a:moveTo>
                <a:lnTo>
                  <a:pt x="1403" y="0"/>
                </a:lnTo>
                <a:lnTo>
                  <a:pt x="14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7495920" y="2790720"/>
            <a:ext cx="419400" cy="9720"/>
          </a:xfrm>
          <a:custGeom>
            <a:avLst/>
            <a:gdLst/>
            <a:ahLst/>
            <a:rect l="0" t="0" r="r" b="b"/>
            <a:pathLst>
              <a:path w="1165" h="27">
                <a:moveTo>
                  <a:pt x="0" y="0"/>
                </a:moveTo>
                <a:lnTo>
                  <a:pt x="1165" y="0"/>
                </a:lnTo>
                <a:lnTo>
                  <a:pt x="1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7914960" y="2790720"/>
            <a:ext cx="514800" cy="9720"/>
          </a:xfrm>
          <a:custGeom>
            <a:avLst/>
            <a:gdLst/>
            <a:ahLst/>
            <a:rect l="0" t="0" r="r" b="b"/>
            <a:pathLst>
              <a:path w="1430" h="27">
                <a:moveTo>
                  <a:pt x="0" y="0"/>
                </a:moveTo>
                <a:lnTo>
                  <a:pt x="1430" y="0"/>
                </a:lnTo>
                <a:lnTo>
                  <a:pt x="14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8429400" y="2790720"/>
            <a:ext cx="505080" cy="9720"/>
          </a:xfrm>
          <a:custGeom>
            <a:avLst/>
            <a:gdLst/>
            <a:ahLst/>
            <a:rect l="0" t="0" r="r" b="b"/>
            <a:pathLst>
              <a:path w="1403" h="27">
                <a:moveTo>
                  <a:pt x="0" y="0"/>
                </a:moveTo>
                <a:lnTo>
                  <a:pt x="1403" y="0"/>
                </a:lnTo>
                <a:lnTo>
                  <a:pt x="14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8934120" y="2790720"/>
            <a:ext cx="248040" cy="9720"/>
          </a:xfrm>
          <a:custGeom>
            <a:avLst/>
            <a:gdLst/>
            <a:ahLst/>
            <a:rect l="0" t="0" r="r" b="b"/>
            <a:pathLst>
              <a:path w="689" h="27">
                <a:moveTo>
                  <a:pt x="0" y="0"/>
                </a:moveTo>
                <a:lnTo>
                  <a:pt x="689" y="0"/>
                </a:lnTo>
                <a:lnTo>
                  <a:pt x="6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9181800" y="2790720"/>
            <a:ext cx="305280" cy="9720"/>
          </a:xfrm>
          <a:custGeom>
            <a:avLst/>
            <a:gdLst/>
            <a:ahLst/>
            <a:rect l="0" t="0" r="r" b="b"/>
            <a:pathLst>
              <a:path w="848" h="27">
                <a:moveTo>
                  <a:pt x="0" y="0"/>
                </a:moveTo>
                <a:lnTo>
                  <a:pt x="848" y="0"/>
                </a:lnTo>
                <a:lnTo>
                  <a:pt x="8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9486720" y="2790720"/>
            <a:ext cx="410040" cy="9720"/>
          </a:xfrm>
          <a:custGeom>
            <a:avLst/>
            <a:gdLst/>
            <a:ahLst/>
            <a:rect l="0" t="0" r="r" b="b"/>
            <a:pathLst>
              <a:path w="1139" h="27">
                <a:moveTo>
                  <a:pt x="0" y="0"/>
                </a:moveTo>
                <a:lnTo>
                  <a:pt x="1139" y="0"/>
                </a:lnTo>
                <a:lnTo>
                  <a:pt x="1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9896400" y="2790720"/>
            <a:ext cx="400320" cy="9720"/>
          </a:xfrm>
          <a:custGeom>
            <a:avLst/>
            <a:gdLst/>
            <a:ahLst/>
            <a:rect l="0" t="0" r="r" b="b"/>
            <a:pathLst>
              <a:path w="1112" h="27">
                <a:moveTo>
                  <a:pt x="0" y="0"/>
                </a:moveTo>
                <a:lnTo>
                  <a:pt x="1112" y="0"/>
                </a:lnTo>
                <a:lnTo>
                  <a:pt x="11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5771880" y="3124080"/>
            <a:ext cx="419400" cy="9720"/>
          </a:xfrm>
          <a:custGeom>
            <a:avLst/>
            <a:gdLst/>
            <a:ahLst/>
            <a:rect l="0" t="0" r="r" b="b"/>
            <a:pathLst>
              <a:path w="1165" h="27">
                <a:moveTo>
                  <a:pt x="0" y="0"/>
                </a:moveTo>
                <a:lnTo>
                  <a:pt x="1165" y="0"/>
                </a:lnTo>
                <a:lnTo>
                  <a:pt x="1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6190920" y="3124080"/>
            <a:ext cx="286200" cy="9720"/>
          </a:xfrm>
          <a:custGeom>
            <a:avLst/>
            <a:gdLst/>
            <a:ahLst/>
            <a:rect l="0" t="0" r="r" b="b"/>
            <a:pathLst>
              <a:path w="795" h="27">
                <a:moveTo>
                  <a:pt x="0" y="0"/>
                </a:moveTo>
                <a:lnTo>
                  <a:pt x="795" y="0"/>
                </a:lnTo>
                <a:lnTo>
                  <a:pt x="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6476760" y="3124080"/>
            <a:ext cx="514800" cy="9720"/>
          </a:xfrm>
          <a:custGeom>
            <a:avLst/>
            <a:gdLst/>
            <a:ahLst/>
            <a:rect l="0" t="0" r="r" b="b"/>
            <a:pathLst>
              <a:path w="1430" h="27">
                <a:moveTo>
                  <a:pt x="0" y="0"/>
                </a:moveTo>
                <a:lnTo>
                  <a:pt x="1430" y="0"/>
                </a:lnTo>
                <a:lnTo>
                  <a:pt x="14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6991200" y="3124080"/>
            <a:ext cx="505080" cy="9720"/>
          </a:xfrm>
          <a:custGeom>
            <a:avLst/>
            <a:gdLst/>
            <a:ahLst/>
            <a:rect l="0" t="0" r="r" b="b"/>
            <a:pathLst>
              <a:path w="1403" h="27">
                <a:moveTo>
                  <a:pt x="0" y="0"/>
                </a:moveTo>
                <a:lnTo>
                  <a:pt x="1403" y="0"/>
                </a:lnTo>
                <a:lnTo>
                  <a:pt x="14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7495920" y="3124080"/>
            <a:ext cx="419400" cy="9720"/>
          </a:xfrm>
          <a:custGeom>
            <a:avLst/>
            <a:gdLst/>
            <a:ahLst/>
            <a:rect l="0" t="0" r="r" b="b"/>
            <a:pathLst>
              <a:path w="1165" h="27">
                <a:moveTo>
                  <a:pt x="0" y="0"/>
                </a:moveTo>
                <a:lnTo>
                  <a:pt x="1165" y="0"/>
                </a:lnTo>
                <a:lnTo>
                  <a:pt x="1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7914960" y="3124080"/>
            <a:ext cx="514800" cy="9720"/>
          </a:xfrm>
          <a:custGeom>
            <a:avLst/>
            <a:gdLst/>
            <a:ahLst/>
            <a:rect l="0" t="0" r="r" b="b"/>
            <a:pathLst>
              <a:path w="1430" h="27">
                <a:moveTo>
                  <a:pt x="0" y="0"/>
                </a:moveTo>
                <a:lnTo>
                  <a:pt x="1430" y="0"/>
                </a:lnTo>
                <a:lnTo>
                  <a:pt x="14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8429400" y="3124080"/>
            <a:ext cx="505080" cy="9720"/>
          </a:xfrm>
          <a:custGeom>
            <a:avLst/>
            <a:gdLst/>
            <a:ahLst/>
            <a:rect l="0" t="0" r="r" b="b"/>
            <a:pathLst>
              <a:path w="1403" h="27">
                <a:moveTo>
                  <a:pt x="0" y="0"/>
                </a:moveTo>
                <a:lnTo>
                  <a:pt x="1403" y="0"/>
                </a:lnTo>
                <a:lnTo>
                  <a:pt x="14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8934120" y="3124080"/>
            <a:ext cx="248040" cy="9720"/>
          </a:xfrm>
          <a:custGeom>
            <a:avLst/>
            <a:gdLst/>
            <a:ahLst/>
            <a:rect l="0" t="0" r="r" b="b"/>
            <a:pathLst>
              <a:path w="689" h="27">
                <a:moveTo>
                  <a:pt x="0" y="0"/>
                </a:moveTo>
                <a:lnTo>
                  <a:pt x="689" y="0"/>
                </a:lnTo>
                <a:lnTo>
                  <a:pt x="6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9181800" y="3124080"/>
            <a:ext cx="305280" cy="9720"/>
          </a:xfrm>
          <a:custGeom>
            <a:avLst/>
            <a:gdLst/>
            <a:ahLst/>
            <a:rect l="0" t="0" r="r" b="b"/>
            <a:pathLst>
              <a:path w="848" h="27">
                <a:moveTo>
                  <a:pt x="0" y="0"/>
                </a:moveTo>
                <a:lnTo>
                  <a:pt x="848" y="0"/>
                </a:lnTo>
                <a:lnTo>
                  <a:pt x="8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9486720" y="3124080"/>
            <a:ext cx="410040" cy="9720"/>
          </a:xfrm>
          <a:custGeom>
            <a:avLst/>
            <a:gdLst/>
            <a:ahLst/>
            <a:rect l="0" t="0" r="r" b="b"/>
            <a:pathLst>
              <a:path w="1139" h="27">
                <a:moveTo>
                  <a:pt x="0" y="0"/>
                </a:moveTo>
                <a:lnTo>
                  <a:pt x="1139" y="0"/>
                </a:lnTo>
                <a:lnTo>
                  <a:pt x="1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9896400" y="3124080"/>
            <a:ext cx="400320" cy="9720"/>
          </a:xfrm>
          <a:custGeom>
            <a:avLst/>
            <a:gdLst/>
            <a:ahLst/>
            <a:rect l="0" t="0" r="r" b="b"/>
            <a:pathLst>
              <a:path w="1112" h="27">
                <a:moveTo>
                  <a:pt x="0" y="0"/>
                </a:moveTo>
                <a:lnTo>
                  <a:pt x="1112" y="0"/>
                </a:lnTo>
                <a:lnTo>
                  <a:pt x="11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771880" y="3457440"/>
            <a:ext cx="419400" cy="9720"/>
          </a:xfrm>
          <a:custGeom>
            <a:avLst/>
            <a:gdLst/>
            <a:ahLst/>
            <a:rect l="0" t="0" r="r" b="b"/>
            <a:pathLst>
              <a:path w="1165" h="27">
                <a:moveTo>
                  <a:pt x="0" y="0"/>
                </a:moveTo>
                <a:lnTo>
                  <a:pt x="1165" y="0"/>
                </a:lnTo>
                <a:lnTo>
                  <a:pt x="1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6190920" y="3457440"/>
            <a:ext cx="286200" cy="9720"/>
          </a:xfrm>
          <a:custGeom>
            <a:avLst/>
            <a:gdLst/>
            <a:ahLst/>
            <a:rect l="0" t="0" r="r" b="b"/>
            <a:pathLst>
              <a:path w="795" h="27">
                <a:moveTo>
                  <a:pt x="0" y="0"/>
                </a:moveTo>
                <a:lnTo>
                  <a:pt x="795" y="0"/>
                </a:lnTo>
                <a:lnTo>
                  <a:pt x="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6476760" y="3457440"/>
            <a:ext cx="514800" cy="9720"/>
          </a:xfrm>
          <a:custGeom>
            <a:avLst/>
            <a:gdLst/>
            <a:ahLst/>
            <a:rect l="0" t="0" r="r" b="b"/>
            <a:pathLst>
              <a:path w="1430" h="27">
                <a:moveTo>
                  <a:pt x="0" y="0"/>
                </a:moveTo>
                <a:lnTo>
                  <a:pt x="1430" y="0"/>
                </a:lnTo>
                <a:lnTo>
                  <a:pt x="14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6991200" y="3457440"/>
            <a:ext cx="505080" cy="9720"/>
          </a:xfrm>
          <a:custGeom>
            <a:avLst/>
            <a:gdLst/>
            <a:ahLst/>
            <a:rect l="0" t="0" r="r" b="b"/>
            <a:pathLst>
              <a:path w="1403" h="27">
                <a:moveTo>
                  <a:pt x="0" y="0"/>
                </a:moveTo>
                <a:lnTo>
                  <a:pt x="1403" y="0"/>
                </a:lnTo>
                <a:lnTo>
                  <a:pt x="14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7495920" y="3457440"/>
            <a:ext cx="419400" cy="9720"/>
          </a:xfrm>
          <a:custGeom>
            <a:avLst/>
            <a:gdLst/>
            <a:ahLst/>
            <a:rect l="0" t="0" r="r" b="b"/>
            <a:pathLst>
              <a:path w="1165" h="27">
                <a:moveTo>
                  <a:pt x="0" y="0"/>
                </a:moveTo>
                <a:lnTo>
                  <a:pt x="1165" y="0"/>
                </a:lnTo>
                <a:lnTo>
                  <a:pt x="1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7914960" y="3457440"/>
            <a:ext cx="514800" cy="9720"/>
          </a:xfrm>
          <a:custGeom>
            <a:avLst/>
            <a:gdLst/>
            <a:ahLst/>
            <a:rect l="0" t="0" r="r" b="b"/>
            <a:pathLst>
              <a:path w="1430" h="27">
                <a:moveTo>
                  <a:pt x="0" y="0"/>
                </a:moveTo>
                <a:lnTo>
                  <a:pt x="1430" y="0"/>
                </a:lnTo>
                <a:lnTo>
                  <a:pt x="14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8429400" y="3457440"/>
            <a:ext cx="505080" cy="9720"/>
          </a:xfrm>
          <a:custGeom>
            <a:avLst/>
            <a:gdLst/>
            <a:ahLst/>
            <a:rect l="0" t="0" r="r" b="b"/>
            <a:pathLst>
              <a:path w="1403" h="27">
                <a:moveTo>
                  <a:pt x="0" y="0"/>
                </a:moveTo>
                <a:lnTo>
                  <a:pt x="1403" y="0"/>
                </a:lnTo>
                <a:lnTo>
                  <a:pt x="14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8934120" y="3457440"/>
            <a:ext cx="248040" cy="9720"/>
          </a:xfrm>
          <a:custGeom>
            <a:avLst/>
            <a:gdLst/>
            <a:ahLst/>
            <a:rect l="0" t="0" r="r" b="b"/>
            <a:pathLst>
              <a:path w="689" h="27">
                <a:moveTo>
                  <a:pt x="0" y="0"/>
                </a:moveTo>
                <a:lnTo>
                  <a:pt x="689" y="0"/>
                </a:lnTo>
                <a:lnTo>
                  <a:pt x="6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9181800" y="3457440"/>
            <a:ext cx="305280" cy="9720"/>
          </a:xfrm>
          <a:custGeom>
            <a:avLst/>
            <a:gdLst/>
            <a:ahLst/>
            <a:rect l="0" t="0" r="r" b="b"/>
            <a:pathLst>
              <a:path w="848" h="27">
                <a:moveTo>
                  <a:pt x="0" y="0"/>
                </a:moveTo>
                <a:lnTo>
                  <a:pt x="848" y="0"/>
                </a:lnTo>
                <a:lnTo>
                  <a:pt x="8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9486720" y="3457440"/>
            <a:ext cx="410040" cy="9720"/>
          </a:xfrm>
          <a:custGeom>
            <a:avLst/>
            <a:gdLst/>
            <a:ahLst/>
            <a:rect l="0" t="0" r="r" b="b"/>
            <a:pathLst>
              <a:path w="1139" h="27">
                <a:moveTo>
                  <a:pt x="0" y="0"/>
                </a:moveTo>
                <a:lnTo>
                  <a:pt x="1139" y="0"/>
                </a:lnTo>
                <a:lnTo>
                  <a:pt x="11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9896400" y="3457440"/>
            <a:ext cx="400320" cy="9720"/>
          </a:xfrm>
          <a:custGeom>
            <a:avLst/>
            <a:gdLst/>
            <a:ahLst/>
            <a:rect l="0" t="0" r="r" b="b"/>
            <a:pathLst>
              <a:path w="1112" h="27">
                <a:moveTo>
                  <a:pt x="0" y="0"/>
                </a:moveTo>
                <a:lnTo>
                  <a:pt x="1112" y="0"/>
                </a:lnTo>
                <a:lnTo>
                  <a:pt x="11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5771880" y="3790800"/>
            <a:ext cx="419400" cy="19440"/>
          </a:xfrm>
          <a:custGeom>
            <a:avLst/>
            <a:gdLst/>
            <a:ahLst/>
            <a:rect l="0" t="0" r="r" b="b"/>
            <a:pathLst>
              <a:path w="1165" h="54">
                <a:moveTo>
                  <a:pt x="0" y="0"/>
                </a:moveTo>
                <a:lnTo>
                  <a:pt x="1165" y="0"/>
                </a:lnTo>
                <a:lnTo>
                  <a:pt x="116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6190920" y="3790800"/>
            <a:ext cx="286200" cy="19440"/>
          </a:xfrm>
          <a:custGeom>
            <a:avLst/>
            <a:gdLst/>
            <a:ahLst/>
            <a:rect l="0" t="0" r="r" b="b"/>
            <a:pathLst>
              <a:path w="795" h="54">
                <a:moveTo>
                  <a:pt x="0" y="0"/>
                </a:moveTo>
                <a:lnTo>
                  <a:pt x="795" y="0"/>
                </a:lnTo>
                <a:lnTo>
                  <a:pt x="79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6476760" y="3790800"/>
            <a:ext cx="514800" cy="19440"/>
          </a:xfrm>
          <a:custGeom>
            <a:avLst/>
            <a:gdLst/>
            <a:ahLst/>
            <a:rect l="0" t="0" r="r" b="b"/>
            <a:pathLst>
              <a:path w="1430" h="54">
                <a:moveTo>
                  <a:pt x="0" y="0"/>
                </a:moveTo>
                <a:lnTo>
                  <a:pt x="1430" y="0"/>
                </a:lnTo>
                <a:lnTo>
                  <a:pt x="143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6991200" y="3790800"/>
            <a:ext cx="505080" cy="19440"/>
          </a:xfrm>
          <a:custGeom>
            <a:avLst/>
            <a:gdLst/>
            <a:ahLst/>
            <a:rect l="0" t="0" r="r" b="b"/>
            <a:pathLst>
              <a:path w="1403" h="54">
                <a:moveTo>
                  <a:pt x="0" y="0"/>
                </a:moveTo>
                <a:lnTo>
                  <a:pt x="1403" y="0"/>
                </a:lnTo>
                <a:lnTo>
                  <a:pt x="140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7495920" y="3790800"/>
            <a:ext cx="419400" cy="19440"/>
          </a:xfrm>
          <a:custGeom>
            <a:avLst/>
            <a:gdLst/>
            <a:ahLst/>
            <a:rect l="0" t="0" r="r" b="b"/>
            <a:pathLst>
              <a:path w="1165" h="54">
                <a:moveTo>
                  <a:pt x="0" y="0"/>
                </a:moveTo>
                <a:lnTo>
                  <a:pt x="1165" y="0"/>
                </a:lnTo>
                <a:lnTo>
                  <a:pt x="116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7914960" y="3790800"/>
            <a:ext cx="514800" cy="19440"/>
          </a:xfrm>
          <a:custGeom>
            <a:avLst/>
            <a:gdLst/>
            <a:ahLst/>
            <a:rect l="0" t="0" r="r" b="b"/>
            <a:pathLst>
              <a:path w="1430" h="54">
                <a:moveTo>
                  <a:pt x="0" y="0"/>
                </a:moveTo>
                <a:lnTo>
                  <a:pt x="1430" y="0"/>
                </a:lnTo>
                <a:lnTo>
                  <a:pt x="143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8429400" y="3790800"/>
            <a:ext cx="505080" cy="19440"/>
          </a:xfrm>
          <a:custGeom>
            <a:avLst/>
            <a:gdLst/>
            <a:ahLst/>
            <a:rect l="0" t="0" r="r" b="b"/>
            <a:pathLst>
              <a:path w="1403" h="54">
                <a:moveTo>
                  <a:pt x="0" y="0"/>
                </a:moveTo>
                <a:lnTo>
                  <a:pt x="1403" y="0"/>
                </a:lnTo>
                <a:lnTo>
                  <a:pt x="140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8934120" y="3790800"/>
            <a:ext cx="248040" cy="19440"/>
          </a:xfrm>
          <a:custGeom>
            <a:avLst/>
            <a:gdLst/>
            <a:ahLst/>
            <a:rect l="0" t="0" r="r" b="b"/>
            <a:pathLst>
              <a:path w="689" h="54">
                <a:moveTo>
                  <a:pt x="0" y="0"/>
                </a:moveTo>
                <a:lnTo>
                  <a:pt x="689" y="0"/>
                </a:lnTo>
                <a:lnTo>
                  <a:pt x="68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9181800" y="3790800"/>
            <a:ext cx="305280" cy="19440"/>
          </a:xfrm>
          <a:custGeom>
            <a:avLst/>
            <a:gdLst/>
            <a:ahLst/>
            <a:rect l="0" t="0" r="r" b="b"/>
            <a:pathLst>
              <a:path w="848" h="54">
                <a:moveTo>
                  <a:pt x="0" y="0"/>
                </a:moveTo>
                <a:lnTo>
                  <a:pt x="848" y="0"/>
                </a:lnTo>
                <a:lnTo>
                  <a:pt x="84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9486720" y="3790800"/>
            <a:ext cx="410040" cy="19440"/>
          </a:xfrm>
          <a:custGeom>
            <a:avLst/>
            <a:gdLst/>
            <a:ahLst/>
            <a:rect l="0" t="0" r="r" b="b"/>
            <a:pathLst>
              <a:path w="1139" h="54">
                <a:moveTo>
                  <a:pt x="0" y="0"/>
                </a:moveTo>
                <a:lnTo>
                  <a:pt x="1139" y="0"/>
                </a:lnTo>
                <a:lnTo>
                  <a:pt x="113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9896400" y="3790800"/>
            <a:ext cx="400320" cy="19440"/>
          </a:xfrm>
          <a:custGeom>
            <a:avLst/>
            <a:gdLst/>
            <a:ahLst/>
            <a:rect l="0" t="0" r="r" b="b"/>
            <a:pathLst>
              <a:path w="1112" h="54">
                <a:moveTo>
                  <a:pt x="0" y="0"/>
                </a:moveTo>
                <a:lnTo>
                  <a:pt x="1112" y="0"/>
                </a:lnTo>
                <a:lnTo>
                  <a:pt x="111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00040" y="324720"/>
            <a:ext cx="5014440" cy="681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gt Table Example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7310520" y="1310760"/>
            <a:ext cx="1493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333333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Motor Trend Cars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7708680" y="1604520"/>
            <a:ext cx="64152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2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Top 5 rows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5830560" y="1865880"/>
            <a:ext cx="5259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mpg cyl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6650280" y="1865880"/>
            <a:ext cx="28044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disp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7275240" y="1865880"/>
            <a:ext cx="1702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hp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7589520" y="1865880"/>
            <a:ext cx="2631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drat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8210880" y="1865880"/>
            <a:ext cx="15300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wt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8554680" y="1865880"/>
            <a:ext cx="11188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qsec vs am gear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9943920" y="1865880"/>
            <a:ext cx="2973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carb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5818680" y="2189880"/>
            <a:ext cx="2973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21.0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6339960" y="2189880"/>
            <a:ext cx="21193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6 160.0 110.0 3.90 2.620 16.46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9044280" y="218988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9350280" y="218988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9755640" y="218988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10159920" y="218988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5818680" y="2523240"/>
            <a:ext cx="2973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21.0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6339960" y="2523240"/>
            <a:ext cx="21193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6 160.0 110.0 3.90 2.875 17.02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9044280" y="252324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9350280" y="252324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9755640" y="252324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0159920" y="252324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5818680" y="2856600"/>
            <a:ext cx="2973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22.8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6339960" y="2856600"/>
            <a:ext cx="50904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4 108.0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7130880" y="2856600"/>
            <a:ext cx="14835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93.0 3.85 2.320 18.61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9044280" y="285660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9350280" y="285660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9755640" y="285660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0159920" y="285660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5818680" y="3189960"/>
            <a:ext cx="2973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21.4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6339960" y="3189960"/>
            <a:ext cx="21193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6 258.0 110.0 3.08 3.215 19.44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9044280" y="318996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9350280" y="318996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9755640" y="318996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0159920" y="318996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5818680" y="3523320"/>
            <a:ext cx="2973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18.7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6339960" y="3523320"/>
            <a:ext cx="21193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8 360.0 175.0 3.15 3.440 17.02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9044280" y="352332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9350280" y="352332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9755640" y="352332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509400" y="1185840"/>
            <a:ext cx="4915440" cy="3667320"/>
          </a:xfrm>
          <a:custGeom>
            <a:avLst/>
            <a:gdLst/>
            <a:ahLst/>
            <a:rect l="0" t="0" r="r" b="b"/>
            <a:pathLst>
              <a:path w="13654" h="10187">
                <a:moveTo>
                  <a:pt x="0" y="10094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0" y="0"/>
                  <a:pt x="93" y="0"/>
                </a:cubicBezTo>
                <a:lnTo>
                  <a:pt x="13561" y="0"/>
                </a:lnTo>
                <a:cubicBezTo>
                  <a:pt x="13573" y="0"/>
                  <a:pt x="13585" y="2"/>
                  <a:pt x="13596" y="7"/>
                </a:cubicBezTo>
                <a:cubicBezTo>
                  <a:pt x="13608" y="11"/>
                  <a:pt x="13618" y="18"/>
                  <a:pt x="13626" y="27"/>
                </a:cubicBezTo>
                <a:cubicBezTo>
                  <a:pt x="13635" y="35"/>
                  <a:pt x="13642" y="45"/>
                  <a:pt x="13646" y="57"/>
                </a:cubicBezTo>
                <a:cubicBezTo>
                  <a:pt x="13651" y="68"/>
                  <a:pt x="13654" y="80"/>
                  <a:pt x="13654" y="92"/>
                </a:cubicBezTo>
                <a:lnTo>
                  <a:pt x="13654" y="10094"/>
                </a:lnTo>
                <a:cubicBezTo>
                  <a:pt x="13654" y="10107"/>
                  <a:pt x="13651" y="10118"/>
                  <a:pt x="13646" y="10130"/>
                </a:cubicBezTo>
                <a:cubicBezTo>
                  <a:pt x="13642" y="10141"/>
                  <a:pt x="13635" y="10151"/>
                  <a:pt x="13626" y="10160"/>
                </a:cubicBezTo>
                <a:cubicBezTo>
                  <a:pt x="13618" y="10169"/>
                  <a:pt x="13608" y="10175"/>
                  <a:pt x="13596" y="10180"/>
                </a:cubicBezTo>
                <a:cubicBezTo>
                  <a:pt x="13585" y="10185"/>
                  <a:pt x="13573" y="10187"/>
                  <a:pt x="13561" y="10187"/>
                </a:cubicBezTo>
                <a:lnTo>
                  <a:pt x="93" y="10187"/>
                </a:lnTo>
                <a:cubicBezTo>
                  <a:pt x="80" y="10187"/>
                  <a:pt x="69" y="10185"/>
                  <a:pt x="57" y="10180"/>
                </a:cubicBezTo>
                <a:cubicBezTo>
                  <a:pt x="46" y="10175"/>
                  <a:pt x="36" y="10169"/>
                  <a:pt x="27" y="10160"/>
                </a:cubicBezTo>
                <a:cubicBezTo>
                  <a:pt x="18" y="10151"/>
                  <a:pt x="12" y="10141"/>
                  <a:pt x="7" y="10130"/>
                </a:cubicBezTo>
                <a:cubicBezTo>
                  <a:pt x="2" y="10118"/>
                  <a:pt x="0" y="10107"/>
                  <a:pt x="0" y="1009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509400" y="1185840"/>
            <a:ext cx="4915440" cy="3667320"/>
          </a:xfrm>
          <a:custGeom>
            <a:avLst/>
            <a:gdLst/>
            <a:ahLst/>
            <a:rect l="0" t="0" r="r" b="b"/>
            <a:pathLst>
              <a:path w="13654" h="10187">
                <a:moveTo>
                  <a:pt x="0" y="10094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2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0" y="0"/>
                  <a:pt x="93" y="0"/>
                </a:cubicBezTo>
                <a:lnTo>
                  <a:pt x="13561" y="0"/>
                </a:lnTo>
                <a:cubicBezTo>
                  <a:pt x="13573" y="0"/>
                  <a:pt x="13585" y="2"/>
                  <a:pt x="13596" y="7"/>
                </a:cubicBezTo>
                <a:cubicBezTo>
                  <a:pt x="13608" y="11"/>
                  <a:pt x="13618" y="18"/>
                  <a:pt x="13626" y="27"/>
                </a:cubicBezTo>
                <a:cubicBezTo>
                  <a:pt x="13635" y="35"/>
                  <a:pt x="13642" y="45"/>
                  <a:pt x="13646" y="57"/>
                </a:cubicBezTo>
                <a:cubicBezTo>
                  <a:pt x="13651" y="68"/>
                  <a:pt x="13654" y="80"/>
                  <a:pt x="13654" y="92"/>
                </a:cubicBezTo>
                <a:lnTo>
                  <a:pt x="13654" y="10094"/>
                </a:lnTo>
                <a:cubicBezTo>
                  <a:pt x="13654" y="10107"/>
                  <a:pt x="13651" y="10118"/>
                  <a:pt x="13646" y="10130"/>
                </a:cubicBezTo>
                <a:cubicBezTo>
                  <a:pt x="13642" y="10141"/>
                  <a:pt x="13635" y="10151"/>
                  <a:pt x="13626" y="10160"/>
                </a:cubicBezTo>
                <a:cubicBezTo>
                  <a:pt x="13618" y="10169"/>
                  <a:pt x="13608" y="10175"/>
                  <a:pt x="13596" y="10180"/>
                </a:cubicBezTo>
                <a:cubicBezTo>
                  <a:pt x="13585" y="10185"/>
                  <a:pt x="13573" y="10187"/>
                  <a:pt x="13561" y="10187"/>
                </a:cubicBezTo>
                <a:lnTo>
                  <a:pt x="93" y="10187"/>
                </a:lnTo>
                <a:cubicBezTo>
                  <a:pt x="80" y="10187"/>
                  <a:pt x="69" y="10185"/>
                  <a:pt x="57" y="10180"/>
                </a:cubicBezTo>
                <a:cubicBezTo>
                  <a:pt x="46" y="10175"/>
                  <a:pt x="36" y="10169"/>
                  <a:pt x="27" y="10160"/>
                </a:cubicBezTo>
                <a:cubicBezTo>
                  <a:pt x="18" y="10151"/>
                  <a:pt x="12" y="10141"/>
                  <a:pt x="7" y="10130"/>
                </a:cubicBezTo>
                <a:cubicBezTo>
                  <a:pt x="2" y="10118"/>
                  <a:pt x="0" y="10107"/>
                  <a:pt x="0" y="10094"/>
                </a:cubicBezTo>
                <a:close/>
              </a:path>
            </a:pathLst>
          </a:custGeom>
          <a:noFill/>
          <a:ln w="9360">
            <a:solidFill>
              <a:srgbClr val="BBBBBB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514080" y="1190520"/>
            <a:ext cx="4905720" cy="3657960"/>
          </a:xfrm>
          <a:custGeom>
            <a:avLst/>
            <a:gdLst/>
            <a:ahLst/>
            <a:rect l="0" t="0" r="r" b="b"/>
            <a:pathLst>
              <a:path w="13627" h="10161">
                <a:moveTo>
                  <a:pt x="23" y="23"/>
                </a:moveTo>
                <a:cubicBezTo>
                  <a:pt x="39" y="8"/>
                  <a:pt x="58" y="0"/>
                  <a:pt x="80" y="0"/>
                </a:cubicBezTo>
                <a:lnTo>
                  <a:pt x="13548" y="0"/>
                </a:lnTo>
                <a:cubicBezTo>
                  <a:pt x="13570" y="0"/>
                  <a:pt x="13589" y="8"/>
                  <a:pt x="13604" y="23"/>
                </a:cubicBezTo>
                <a:cubicBezTo>
                  <a:pt x="13620" y="39"/>
                  <a:pt x="13627" y="57"/>
                  <a:pt x="13627" y="79"/>
                </a:cubicBezTo>
                <a:lnTo>
                  <a:pt x="13627" y="10081"/>
                </a:lnTo>
                <a:cubicBezTo>
                  <a:pt x="13627" y="10103"/>
                  <a:pt x="13620" y="10122"/>
                  <a:pt x="13604" y="10138"/>
                </a:cubicBezTo>
                <a:cubicBezTo>
                  <a:pt x="13589" y="10153"/>
                  <a:pt x="13570" y="10161"/>
                  <a:pt x="13548" y="10161"/>
                </a:cubicBezTo>
                <a:lnTo>
                  <a:pt x="80" y="10161"/>
                </a:lnTo>
                <a:cubicBezTo>
                  <a:pt x="58" y="10161"/>
                  <a:pt x="39" y="10153"/>
                  <a:pt x="23" y="10138"/>
                </a:cubicBezTo>
                <a:cubicBezTo>
                  <a:pt x="8" y="10122"/>
                  <a:pt x="0" y="10103"/>
                  <a:pt x="0" y="10081"/>
                </a:cubicBezTo>
                <a:lnTo>
                  <a:pt x="0" y="79"/>
                </a:lnTo>
                <a:cubicBezTo>
                  <a:pt x="0" y="57"/>
                  <a:pt x="8" y="39"/>
                  <a:pt x="23" y="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514080" y="1190520"/>
            <a:ext cx="4905720" cy="3657960"/>
          </a:xfrm>
          <a:custGeom>
            <a:avLst/>
            <a:gdLst/>
            <a:ahLst/>
            <a:rect l="0" t="0" r="r" b="b"/>
            <a:pathLst>
              <a:path w="13627" h="10161">
                <a:moveTo>
                  <a:pt x="23" y="23"/>
                </a:moveTo>
                <a:cubicBezTo>
                  <a:pt x="39" y="8"/>
                  <a:pt x="58" y="0"/>
                  <a:pt x="80" y="0"/>
                </a:cubicBezTo>
                <a:lnTo>
                  <a:pt x="13548" y="0"/>
                </a:lnTo>
                <a:cubicBezTo>
                  <a:pt x="13570" y="0"/>
                  <a:pt x="13589" y="8"/>
                  <a:pt x="13604" y="23"/>
                </a:cubicBezTo>
                <a:cubicBezTo>
                  <a:pt x="13620" y="39"/>
                  <a:pt x="13627" y="57"/>
                  <a:pt x="13627" y="79"/>
                </a:cubicBezTo>
                <a:lnTo>
                  <a:pt x="13627" y="10081"/>
                </a:lnTo>
                <a:cubicBezTo>
                  <a:pt x="13627" y="10103"/>
                  <a:pt x="13620" y="10122"/>
                  <a:pt x="13604" y="10138"/>
                </a:cubicBezTo>
                <a:cubicBezTo>
                  <a:pt x="13589" y="10153"/>
                  <a:pt x="13570" y="10161"/>
                  <a:pt x="13548" y="10161"/>
                </a:cubicBezTo>
                <a:lnTo>
                  <a:pt x="80" y="10161"/>
                </a:lnTo>
                <a:cubicBezTo>
                  <a:pt x="58" y="10161"/>
                  <a:pt x="39" y="10153"/>
                  <a:pt x="23" y="10138"/>
                </a:cubicBezTo>
                <a:cubicBezTo>
                  <a:pt x="8" y="10122"/>
                  <a:pt x="0" y="10103"/>
                  <a:pt x="0" y="10081"/>
                </a:cubicBezTo>
                <a:lnTo>
                  <a:pt x="0" y="79"/>
                </a:lnTo>
                <a:cubicBezTo>
                  <a:pt x="0" y="57"/>
                  <a:pt x="8" y="39"/>
                  <a:pt x="23" y="2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10159920" y="3523320"/>
            <a:ext cx="151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.SFNS"/>
                <a:ea typeface=".SFN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1069920" y="1253160"/>
            <a:ext cx="138348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4758AB"/>
                </a:solidFill>
                <a:effectLst/>
                <a:uFillTx/>
                <a:latin typeface="Menlo"/>
                <a:ea typeface="Menlo"/>
              </a:rPr>
              <a:t>library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(gt)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758880" y="125316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758880" y="151992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069920" y="1796400"/>
            <a:ext cx="1131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mtcars </a:t>
            </a:r>
            <a:r>
              <a:rPr lang="en-US" sz="1650" b="0" u="none" strike="noStrike">
                <a:solidFill>
                  <a:srgbClr val="5E5E5E"/>
                </a:solidFill>
                <a:effectLst/>
                <a:uFillTx/>
                <a:latin typeface="Menlo"/>
                <a:ea typeface="Menlo"/>
              </a:rPr>
              <a:t>|&gt;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758880" y="179640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069920" y="2072520"/>
            <a:ext cx="1508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n-US" sz="1650" b="0" u="none" strike="noStrike">
                <a:solidFill>
                  <a:srgbClr val="4758AB"/>
                </a:solidFill>
                <a:effectLst/>
                <a:uFillTx/>
                <a:latin typeface="Menlo"/>
                <a:ea typeface="Menlo"/>
              </a:rPr>
              <a:t>head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n-US" sz="1650" b="0" u="none" strike="noStrike">
                <a:solidFill>
                  <a:srgbClr val="AD0000"/>
                </a:solidFill>
                <a:effectLst/>
                <a:uFillTx/>
                <a:latin typeface="Menlo"/>
                <a:ea typeface="Menlo"/>
              </a:rPr>
              <a:t>5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) </a:t>
            </a:r>
            <a:r>
              <a:rPr lang="en-US" sz="1650" b="0" u="none" strike="noStrike">
                <a:solidFill>
                  <a:srgbClr val="5E5E5E"/>
                </a:solidFill>
                <a:effectLst/>
                <a:uFillTx/>
                <a:latin typeface="Menlo"/>
                <a:ea typeface="Menlo"/>
              </a:rPr>
              <a:t>|&gt;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758880" y="207252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069920" y="2339280"/>
            <a:ext cx="1131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n-US" sz="1650" b="0" u="none" strike="noStrike">
                <a:solidFill>
                  <a:srgbClr val="4758AB"/>
                </a:solidFill>
                <a:effectLst/>
                <a:uFillTx/>
                <a:latin typeface="Menlo"/>
                <a:ea typeface="Menlo"/>
              </a:rPr>
              <a:t>gt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() </a:t>
            </a:r>
            <a:r>
              <a:rPr lang="en-US" sz="1650" b="0" u="none" strike="noStrike">
                <a:solidFill>
                  <a:srgbClr val="5E5E5E"/>
                </a:solidFill>
                <a:effectLst/>
                <a:uFillTx/>
                <a:latin typeface="Menlo"/>
                <a:ea typeface="Menlo"/>
              </a:rPr>
              <a:t>|&gt;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758880" y="233928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069920" y="261540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n-US" sz="1650" b="0" u="none" strike="noStrike">
                <a:solidFill>
                  <a:srgbClr val="4758AB"/>
                </a:solidFill>
                <a:effectLst/>
                <a:uFillTx/>
                <a:latin typeface="Menlo"/>
                <a:ea typeface="Menlo"/>
              </a:rPr>
              <a:t>tab_header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(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758880" y="261540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6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069920" y="2882160"/>
            <a:ext cx="38973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n-US" sz="1650" b="0" u="none" strike="noStrike">
                <a:solidFill>
                  <a:srgbClr val="657422"/>
                </a:solidFill>
                <a:effectLst/>
                <a:uFillTx/>
                <a:latin typeface="Menlo"/>
                <a:ea typeface="Menlo"/>
              </a:rPr>
              <a:t>title =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1650" b="0" u="none" strike="noStrike">
                <a:solidFill>
                  <a:srgbClr val="20794D"/>
                </a:solidFill>
                <a:effectLst/>
                <a:uFillTx/>
                <a:latin typeface="Menlo"/>
                <a:ea typeface="Menlo"/>
              </a:rPr>
              <a:t>"Motor Trend Cars"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758880" y="288216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7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1069920" y="3158280"/>
            <a:ext cx="3394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n-US" sz="1650" b="0" u="none" strike="noStrike">
                <a:solidFill>
                  <a:srgbClr val="657422"/>
                </a:solidFill>
                <a:effectLst/>
                <a:uFillTx/>
                <a:latin typeface="Menlo"/>
                <a:ea typeface="Menlo"/>
              </a:rPr>
              <a:t>subtitle =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1650" b="0" u="none" strike="noStrike">
                <a:solidFill>
                  <a:srgbClr val="20794D"/>
                </a:solidFill>
                <a:effectLst/>
                <a:uFillTx/>
                <a:latin typeface="Menlo"/>
                <a:ea typeface="Menlo"/>
              </a:rPr>
              <a:t>"Top 5 rows"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758880" y="315828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8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069920" y="3434400"/>
            <a:ext cx="7549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) </a:t>
            </a:r>
            <a:r>
              <a:rPr lang="en-US" sz="1650" b="0" u="none" strike="noStrike">
                <a:solidFill>
                  <a:srgbClr val="5E5E5E"/>
                </a:solidFill>
                <a:effectLst/>
                <a:uFillTx/>
                <a:latin typeface="Menlo"/>
                <a:ea typeface="Menlo"/>
              </a:rPr>
              <a:t>|&gt;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758880" y="3434400"/>
            <a:ext cx="2091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9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069920" y="370116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n-US" sz="1650" b="0" u="none" strike="noStrike">
                <a:solidFill>
                  <a:srgbClr val="4758AB"/>
                </a:solidFill>
                <a:effectLst/>
                <a:uFillTx/>
                <a:latin typeface="Menlo"/>
                <a:ea typeface="Menlo"/>
              </a:rPr>
              <a:t>fmt_number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(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632520" y="3701160"/>
            <a:ext cx="2520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10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069920" y="3977640"/>
            <a:ext cx="38977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n-US" sz="1650" b="0" u="none" strike="noStrike">
                <a:solidFill>
                  <a:srgbClr val="657422"/>
                </a:solidFill>
                <a:effectLst/>
                <a:uFillTx/>
                <a:latin typeface="Menlo"/>
                <a:ea typeface="Menlo"/>
              </a:rPr>
              <a:t>columns =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1650" b="0" u="none" strike="noStrike">
                <a:solidFill>
                  <a:srgbClr val="4758AB"/>
                </a:solidFill>
                <a:effectLst/>
                <a:uFillTx/>
                <a:latin typeface="Menlo"/>
                <a:ea typeface="Menlo"/>
              </a:rPr>
              <a:t>c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(mpg, disp, hp),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632520" y="3977640"/>
            <a:ext cx="2520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11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069920" y="4244040"/>
            <a:ext cx="20120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n-US" sz="1650" b="0" u="none" strike="noStrike">
                <a:solidFill>
                  <a:srgbClr val="657422"/>
                </a:solidFill>
                <a:effectLst/>
                <a:uFillTx/>
                <a:latin typeface="Menlo"/>
                <a:ea typeface="Menlo"/>
              </a:rPr>
              <a:t>decimals =</a:t>
            </a:r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1650" b="0" u="none" strike="noStrike">
                <a:solidFill>
                  <a:srgbClr val="AD0000"/>
                </a:solidFill>
                <a:effectLst/>
                <a:uFillTx/>
                <a:latin typeface="Menlo"/>
                <a:ea typeface="Menlo"/>
              </a:rPr>
              <a:t>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632520" y="4244040"/>
            <a:ext cx="2520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12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069920" y="4520520"/>
            <a:ext cx="3780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003B4F"/>
                </a:solidFill>
                <a:effectLst/>
                <a:uFillTx/>
                <a:latin typeface="Menlo"/>
                <a:ea typeface="Menlo"/>
              </a:rPr>
              <a:t>  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632520" y="4520520"/>
            <a:ext cx="2520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AAAAAA"/>
                </a:solidFill>
                <a:effectLst/>
                <a:uFillTx/>
                <a:latin typeface="Menlo"/>
                <a:ea typeface="Menlo"/>
              </a:rPr>
              <a:t>13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0784160" y="7059960"/>
            <a:ext cx="132840" cy="13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6E6E6E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>
            <a:off x="0" y="0"/>
            <a:ext cx="10997280" cy="7324920"/>
          </a:xfrm>
          <a:custGeom>
            <a:avLst/>
            <a:gdLst/>
            <a:ahLst/>
            <a:rect l="0" t="0" r="r" b="b"/>
            <a:pathLst>
              <a:path w="30548" h="20347">
                <a:moveTo>
                  <a:pt x="0" y="0"/>
                </a:moveTo>
                <a:lnTo>
                  <a:pt x="30548" y="0"/>
                </a:lnTo>
                <a:lnTo>
                  <a:pt x="30548" y="20347"/>
                </a:lnTo>
                <a:lnTo>
                  <a:pt x="0" y="203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500040" y="324720"/>
            <a:ext cx="4506840" cy="681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LaTeX Example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500040" y="1208520"/>
            <a:ext cx="207612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0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Inline math: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500040" y="1817280"/>
            <a:ext cx="230868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0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Display math: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500040" y="4132080"/>
            <a:ext cx="260532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0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Matrix notation: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2491560" y="1227240"/>
            <a:ext cx="42624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STIXTwoMath"/>
                <a:ea typeface="STIXTwoMath"/>
              </a:rPr>
              <a:t>𝐸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2896920" y="1172520"/>
            <a:ext cx="426240" cy="47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Times New Roman"/>
                <a:ea typeface="Times New Roman"/>
              </a:rPr>
              <a:t>=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3271680" y="1227240"/>
            <a:ext cx="42624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STIXTwoMath"/>
                <a:ea typeface="STIXTwoMath"/>
              </a:rPr>
              <a:t>𝑚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3625920" y="1227960"/>
            <a:ext cx="42624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STIXTwoMath"/>
                <a:ea typeface="STIXTwoMath"/>
              </a:rPr>
              <a:t>𝑐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3807000" y="1131840"/>
            <a:ext cx="3013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80" b="0" u="none" strike="noStrike">
                <a:solidFill>
                  <a:srgbClr val="222222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23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5536080" y="2961000"/>
            <a:ext cx="47664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STIXTwoMath"/>
                <a:ea typeface="STIXTwoMath"/>
              </a:rPr>
              <a:t>𝑑𝑥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6145920" y="2905920"/>
            <a:ext cx="426240" cy="47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Times New Roman"/>
                <a:ea typeface="Times New Roman"/>
              </a:rPr>
              <a:t>=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3906000" y="3096720"/>
            <a:ext cx="426240" cy="57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STIXIntegralsD"/>
                <a:ea typeface="STIXIntegralsD"/>
              </a:rPr>
              <a:t>∫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4430160" y="2541240"/>
            <a:ext cx="3013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80" b="0" u="none" strike="noStrike">
                <a:solidFill>
                  <a:srgbClr val="222222"/>
                </a:solidFill>
                <a:effectLst/>
                <a:uFillTx/>
                <a:latin typeface="Times New Roman"/>
                <a:ea typeface="Times New Roman"/>
              </a:rPr>
              <a:t>∞</a:t>
            </a:r>
            <a:endParaRPr lang="en-US" sz="23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4153680" y="3407760"/>
            <a:ext cx="3859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80" b="0" u="none" strike="noStrike">
                <a:solidFill>
                  <a:srgbClr val="222222"/>
                </a:solidFill>
                <a:effectLst/>
                <a:uFillTx/>
                <a:latin typeface="Times New Roman"/>
                <a:ea typeface="Times New Roman"/>
              </a:rPr>
              <a:t>−∞</a:t>
            </a:r>
            <a:endParaRPr lang="en-US" sz="23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4811760" y="2961720"/>
            <a:ext cx="42624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STIXTwoMath"/>
                <a:ea typeface="STIXTwoMath"/>
              </a:rPr>
              <a:t>𝑒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5002560" y="2845800"/>
            <a:ext cx="3013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80" b="0" u="none" strike="noStrike">
                <a:solidFill>
                  <a:srgbClr val="222222"/>
                </a:solidFill>
                <a:effectLst/>
                <a:uFillTx/>
                <a:latin typeface="Times New Roman"/>
                <a:ea typeface="Times New Roman"/>
              </a:rPr>
              <a:t>−</a:t>
            </a:r>
            <a:endParaRPr lang="en-US" sz="23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5172840" y="2885400"/>
            <a:ext cx="3013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380" b="0" u="none" strike="noStrike">
                <a:solidFill>
                  <a:srgbClr val="222222"/>
                </a:solidFill>
                <a:effectLst/>
                <a:uFillTx/>
                <a:latin typeface="STIXTwoMath"/>
                <a:ea typeface="STIXTwoMath"/>
              </a:rPr>
              <a:t>𝑥</a:t>
            </a:r>
            <a:endParaRPr lang="en-US" sz="23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5335560" y="2820240"/>
            <a:ext cx="2131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79" b="0" u="none" strike="noStrike">
                <a:solidFill>
                  <a:srgbClr val="222222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6835320" y="2961000"/>
            <a:ext cx="426240" cy="42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STIXTwoMath"/>
                <a:ea typeface="STIXTwoMath"/>
              </a:rPr>
              <a:t>𝜋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6520680" y="2954520"/>
            <a:ext cx="426240" cy="57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STIXVariants"/>
                <a:ea typeface="STIXVariants"/>
              </a:rPr>
              <a:t>√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4357440" y="5173200"/>
            <a:ext cx="426240" cy="602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1" u="none" strike="noStrike">
                <a:solidFill>
                  <a:srgbClr val="222222"/>
                </a:solidFill>
                <a:effectLst/>
                <a:uFillTx/>
                <a:latin typeface="STIXGeneral"/>
                <a:ea typeface="STIXGeneral"/>
              </a:rPr>
              <a:t>𝐀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4799520" y="5249160"/>
            <a:ext cx="426240" cy="47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Times New Roman"/>
                <a:ea typeface="Times New Roman"/>
              </a:rPr>
              <a:t>=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5174280" y="5420880"/>
            <a:ext cx="426240" cy="57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STIXSizeThreeSym"/>
                <a:ea typeface="STIXSizeThreeSym"/>
              </a:rPr>
              <a:t>[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6430320" y="5420880"/>
            <a:ext cx="426240" cy="57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STIXSizeThreeSym"/>
                <a:ea typeface="STIXSizeThreeSym"/>
              </a:rPr>
              <a:t>]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5459040" y="4963320"/>
            <a:ext cx="426240" cy="47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5459040" y="5582520"/>
            <a:ext cx="426240" cy="47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Times New Roman"/>
                <a:ea typeface="Times New Roman"/>
              </a:rPr>
              <a:t>3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6154920" y="4963320"/>
            <a:ext cx="426240" cy="47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6154920" y="5582520"/>
            <a:ext cx="426240" cy="47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59" b="0" u="none" strike="noStrike">
                <a:solidFill>
                  <a:srgbClr val="222222"/>
                </a:solidFill>
                <a:effectLst/>
                <a:uFillTx/>
                <a:latin typeface="Times New Roman"/>
                <a:ea typeface="Times New Roman"/>
              </a:rPr>
              <a:t>4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10784160" y="7059960"/>
            <a:ext cx="132840" cy="13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6E6E6E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>
            <a:off x="0" y="0"/>
            <a:ext cx="10997280" cy="7324920"/>
          </a:xfrm>
          <a:custGeom>
            <a:avLst/>
            <a:gdLst/>
            <a:ahLst/>
            <a:rect l="0" t="0" r="r" b="b"/>
            <a:pathLst>
              <a:path w="30548" h="20347">
                <a:moveTo>
                  <a:pt x="0" y="0"/>
                </a:moveTo>
                <a:lnTo>
                  <a:pt x="30548" y="0"/>
                </a:lnTo>
                <a:lnTo>
                  <a:pt x="30548" y="20347"/>
                </a:lnTo>
                <a:lnTo>
                  <a:pt x="0" y="203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9" name=""/>
          <p:cNvPicPr/>
          <p:nvPr/>
        </p:nvPicPr>
        <p:blipFill>
          <a:blip r:embed="rId1"/>
          <a:stretch/>
        </p:blipFill>
        <p:spPr>
          <a:xfrm>
            <a:off x="981000" y="92376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"/>
          <p:cNvPicPr/>
          <p:nvPr/>
        </p:nvPicPr>
        <p:blipFill>
          <a:blip r:embed="rId2"/>
          <a:stretch/>
        </p:blipFill>
        <p:spPr>
          <a:xfrm>
            <a:off x="8124840" y="140004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"/>
          <p:cNvPicPr/>
          <p:nvPr/>
        </p:nvPicPr>
        <p:blipFill>
          <a:blip r:embed="rId3"/>
          <a:stretch/>
        </p:blipFill>
        <p:spPr>
          <a:xfrm>
            <a:off x="3362400" y="5638680"/>
            <a:ext cx="190476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"/>
          <p:cNvSpPr txBox="1"/>
          <p:nvPr/>
        </p:nvSpPr>
        <p:spPr>
          <a:xfrm>
            <a:off x="500040" y="324720"/>
            <a:ext cx="6096600" cy="681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222222"/>
                </a:solidFill>
                <a:effectLst/>
                <a:uFillTx/>
                <a:latin typeface="Source Sans 3"/>
                <a:ea typeface="Source Sans 3"/>
              </a:rPr>
              <a:t>Absolute Positioning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10784160" y="7059960"/>
            <a:ext cx="132840" cy="13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6E6E6E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LibreOffice/26.2.1.2$MacOSX_AARCH64 LibreOffice_project/8399f6259d8c87f40e7255cdb3c9b958f5e08948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